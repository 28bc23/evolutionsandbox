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91E010-1D6E-41CF-A1F6-8347BF946F90}" v="276" dt="2026-05-10T18:39:36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5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. ." userId="306759d044d43394" providerId="LiveId" clId="{5D5EE643-3F72-463A-BEE7-D88B4D7B6A6D}"/>
    <pc:docChg chg="undo redo custSel addSld delSld modSld sldOrd">
      <pc:chgData name=". ." userId="306759d044d43394" providerId="LiveId" clId="{5D5EE643-3F72-463A-BEE7-D88B4D7B6A6D}" dt="2026-05-10T19:05:31.307" v="2000" actId="478"/>
      <pc:docMkLst>
        <pc:docMk/>
      </pc:docMkLst>
      <pc:sldChg chg="delSp modSp mod">
        <pc:chgData name=". ." userId="306759d044d43394" providerId="LiveId" clId="{5D5EE643-3F72-463A-BEE7-D88B4D7B6A6D}" dt="2026-05-10T19:05:26.094" v="1999" actId="478"/>
        <pc:sldMkLst>
          <pc:docMk/>
          <pc:sldMk cId="634437804" sldId="256"/>
        </pc:sldMkLst>
        <pc:spChg chg="mod">
          <ac:chgData name=". ." userId="306759d044d43394" providerId="LiveId" clId="{5D5EE643-3F72-463A-BEE7-D88B4D7B6A6D}" dt="2026-05-09T18:03:22.383" v="1691" actId="20577"/>
          <ac:spMkLst>
            <pc:docMk/>
            <pc:sldMk cId="634437804" sldId="256"/>
            <ac:spMk id="2" creationId="{F34C74DE-5EBD-5787-841B-B81720E70640}"/>
          </ac:spMkLst>
        </pc:spChg>
        <pc:spChg chg="del mod">
          <ac:chgData name=". ." userId="306759d044d43394" providerId="LiveId" clId="{5D5EE643-3F72-463A-BEE7-D88B4D7B6A6D}" dt="2026-05-10T19:05:26.094" v="1999" actId="478"/>
          <ac:spMkLst>
            <pc:docMk/>
            <pc:sldMk cId="634437804" sldId="256"/>
            <ac:spMk id="11" creationId="{F3C28687-7390-859E-5874-F16E0A53121E}"/>
          </ac:spMkLst>
        </pc:spChg>
      </pc:sldChg>
      <pc:sldChg chg="addSp delSp modSp mod modAnim">
        <pc:chgData name=". ." userId="306759d044d43394" providerId="LiveId" clId="{5D5EE643-3F72-463A-BEE7-D88B4D7B6A6D}" dt="2026-05-10T19:05:31.307" v="2000" actId="478"/>
        <pc:sldMkLst>
          <pc:docMk/>
          <pc:sldMk cId="4032041243" sldId="257"/>
        </pc:sldMkLst>
        <pc:spChg chg="mod">
          <ac:chgData name=". ." userId="306759d044d43394" providerId="LiveId" clId="{5D5EE643-3F72-463A-BEE7-D88B4D7B6A6D}" dt="2026-05-09T14:50:34.930" v="35" actId="1076"/>
          <ac:spMkLst>
            <pc:docMk/>
            <pc:sldMk cId="4032041243" sldId="257"/>
            <ac:spMk id="4" creationId="{C598F9DC-E7A1-06E7-F7D5-290FCE8C400C}"/>
          </ac:spMkLst>
        </pc:spChg>
        <pc:spChg chg="mod">
          <ac:chgData name=". ." userId="306759d044d43394" providerId="LiveId" clId="{5D5EE643-3F72-463A-BEE7-D88B4D7B6A6D}" dt="2026-05-09T14:50:34.930" v="35" actId="1076"/>
          <ac:spMkLst>
            <pc:docMk/>
            <pc:sldMk cId="4032041243" sldId="257"/>
            <ac:spMk id="6" creationId="{926B0037-B2DC-54FD-1D59-43FD7A494E3B}"/>
          </ac:spMkLst>
        </pc:spChg>
        <pc:spChg chg="add mod">
          <ac:chgData name=". ." userId="306759d044d43394" providerId="LiveId" clId="{5D5EE643-3F72-463A-BEE7-D88B4D7B6A6D}" dt="2026-05-09T18:12:20.325" v="1755" actId="1076"/>
          <ac:spMkLst>
            <pc:docMk/>
            <pc:sldMk cId="4032041243" sldId="257"/>
            <ac:spMk id="9" creationId="{E2EA3A1C-12FF-647D-41CA-41287DEAFA13}"/>
          </ac:spMkLst>
        </pc:spChg>
        <pc:spChg chg="mod">
          <ac:chgData name=". ." userId="306759d044d43394" providerId="LiveId" clId="{5D5EE643-3F72-463A-BEE7-D88B4D7B6A6D}" dt="2026-05-09T18:12:12.770" v="1754" actId="1076"/>
          <ac:spMkLst>
            <pc:docMk/>
            <pc:sldMk cId="4032041243" sldId="257"/>
            <ac:spMk id="10" creationId="{9AE7E0D4-B595-97A7-7636-66E81E225181}"/>
          </ac:spMkLst>
        </pc:spChg>
        <pc:spChg chg="del">
          <ac:chgData name=". ." userId="306759d044d43394" providerId="LiveId" clId="{5D5EE643-3F72-463A-BEE7-D88B4D7B6A6D}" dt="2026-05-10T19:05:31.307" v="2000" actId="478"/>
          <ac:spMkLst>
            <pc:docMk/>
            <pc:sldMk cId="4032041243" sldId="257"/>
            <ac:spMk id="11" creationId="{3E5F72B5-164B-BFB9-7D5F-B553360FD552}"/>
          </ac:spMkLst>
        </pc:spChg>
        <pc:spChg chg="mod">
          <ac:chgData name=". ." userId="306759d044d43394" providerId="LiveId" clId="{5D5EE643-3F72-463A-BEE7-D88B4D7B6A6D}" dt="2026-05-09T16:43:29.400" v="1083" actId="207"/>
          <ac:spMkLst>
            <pc:docMk/>
            <pc:sldMk cId="4032041243" sldId="257"/>
            <ac:spMk id="12" creationId="{4DDD1013-14AA-085C-CC05-5D404612544C}"/>
          </ac:spMkLst>
        </pc:spChg>
        <pc:spChg chg="add mod">
          <ac:chgData name=". ." userId="306759d044d43394" providerId="LiveId" clId="{5D5EE643-3F72-463A-BEE7-D88B4D7B6A6D}" dt="2026-05-09T18:12:20.325" v="1755" actId="1076"/>
          <ac:spMkLst>
            <pc:docMk/>
            <pc:sldMk cId="4032041243" sldId="257"/>
            <ac:spMk id="13" creationId="{1E864F2D-6130-024C-D2D6-B68D19E0C41B}"/>
          </ac:spMkLst>
        </pc:spChg>
        <pc:spChg chg="add mod">
          <ac:chgData name=". ." userId="306759d044d43394" providerId="LiveId" clId="{5D5EE643-3F72-463A-BEE7-D88B4D7B6A6D}" dt="2026-05-09T18:12:20.325" v="1755" actId="1076"/>
          <ac:spMkLst>
            <pc:docMk/>
            <pc:sldMk cId="4032041243" sldId="257"/>
            <ac:spMk id="14" creationId="{FFFA7540-9307-6661-CB96-3EC0AB2AB5F0}"/>
          </ac:spMkLst>
        </pc:spChg>
        <pc:spChg chg="add mod">
          <ac:chgData name=". ." userId="306759d044d43394" providerId="LiveId" clId="{5D5EE643-3F72-463A-BEE7-D88B4D7B6A6D}" dt="2026-05-09T18:12:20.325" v="1755" actId="1076"/>
          <ac:spMkLst>
            <pc:docMk/>
            <pc:sldMk cId="4032041243" sldId="257"/>
            <ac:spMk id="15" creationId="{258E56C1-C336-6286-F415-5D22443EF52D}"/>
          </ac:spMkLst>
        </pc:spChg>
        <pc:spChg chg="add mod">
          <ac:chgData name=". ." userId="306759d044d43394" providerId="LiveId" clId="{5D5EE643-3F72-463A-BEE7-D88B4D7B6A6D}" dt="2026-05-10T18:36:15.529" v="1970" actId="20577"/>
          <ac:spMkLst>
            <pc:docMk/>
            <pc:sldMk cId="4032041243" sldId="257"/>
            <ac:spMk id="16" creationId="{4E94C12F-9117-5401-6ED0-EE8FF1AB3142}"/>
          </ac:spMkLst>
        </pc:spChg>
        <pc:spChg chg="add mod">
          <ac:chgData name=". ." userId="306759d044d43394" providerId="LiveId" clId="{5D5EE643-3F72-463A-BEE7-D88B4D7B6A6D}" dt="2026-05-09T18:12:20.325" v="1755" actId="1076"/>
          <ac:spMkLst>
            <pc:docMk/>
            <pc:sldMk cId="4032041243" sldId="257"/>
            <ac:spMk id="17" creationId="{5B4922C7-9A08-CD7B-1056-1A1A317AEA1C}"/>
          </ac:spMkLst>
        </pc:spChg>
        <pc:spChg chg="add mod">
          <ac:chgData name=". ." userId="306759d044d43394" providerId="LiveId" clId="{5D5EE643-3F72-463A-BEE7-D88B4D7B6A6D}" dt="2026-05-09T18:12:20.325" v="1755" actId="1076"/>
          <ac:spMkLst>
            <pc:docMk/>
            <pc:sldMk cId="4032041243" sldId="257"/>
            <ac:spMk id="18" creationId="{9B57B5A9-F452-517E-776D-013BF93DE55D}"/>
          </ac:spMkLst>
        </pc:spChg>
        <pc:spChg chg="add mod">
          <ac:chgData name=". ." userId="306759d044d43394" providerId="LiveId" clId="{5D5EE643-3F72-463A-BEE7-D88B4D7B6A6D}" dt="2026-05-10T18:24:06.633" v="1951" actId="20577"/>
          <ac:spMkLst>
            <pc:docMk/>
            <pc:sldMk cId="4032041243" sldId="257"/>
            <ac:spMk id="19" creationId="{AEA1A727-80C2-0BED-CB26-3249E8D5470E}"/>
          </ac:spMkLst>
        </pc:spChg>
        <pc:spChg chg="mod">
          <ac:chgData name=". ." userId="306759d044d43394" providerId="LiveId" clId="{5D5EE643-3F72-463A-BEE7-D88B4D7B6A6D}" dt="2026-05-09T18:12:29.489" v="1756" actId="1076"/>
          <ac:spMkLst>
            <pc:docMk/>
            <pc:sldMk cId="4032041243" sldId="257"/>
            <ac:spMk id="20" creationId="{0075D652-F99E-691D-AC92-6C6600A0A204}"/>
          </ac:spMkLst>
        </pc:spChg>
        <pc:spChg chg="add mod">
          <ac:chgData name=". ." userId="306759d044d43394" providerId="LiveId" clId="{5D5EE643-3F72-463A-BEE7-D88B4D7B6A6D}" dt="2026-05-09T18:12:29.489" v="1756" actId="1076"/>
          <ac:spMkLst>
            <pc:docMk/>
            <pc:sldMk cId="4032041243" sldId="257"/>
            <ac:spMk id="21" creationId="{35C31939-277D-B8FE-FABF-D52F1AF6FD17}"/>
          </ac:spMkLst>
        </pc:spChg>
        <pc:spChg chg="add mod">
          <ac:chgData name=". ." userId="306759d044d43394" providerId="LiveId" clId="{5D5EE643-3F72-463A-BEE7-D88B4D7B6A6D}" dt="2026-05-10T18:15:38.611" v="1928"/>
          <ac:spMkLst>
            <pc:docMk/>
            <pc:sldMk cId="4032041243" sldId="257"/>
            <ac:spMk id="22" creationId="{9A97D4AD-C9BC-F959-377A-07A2EB15EA82}"/>
          </ac:spMkLst>
        </pc:spChg>
        <pc:spChg chg="mod">
          <ac:chgData name=". ." userId="306759d044d43394" providerId="LiveId" clId="{5D5EE643-3F72-463A-BEE7-D88B4D7B6A6D}" dt="2026-05-09T18:09:10.250" v="1714"/>
          <ac:spMkLst>
            <pc:docMk/>
            <pc:sldMk cId="4032041243" sldId="257"/>
            <ac:spMk id="24" creationId="{9EB37992-EE9F-A112-83F1-F91FC890D824}"/>
          </ac:spMkLst>
        </pc:spChg>
        <pc:spChg chg="mod">
          <ac:chgData name=". ." userId="306759d044d43394" providerId="LiveId" clId="{5D5EE643-3F72-463A-BEE7-D88B4D7B6A6D}" dt="2026-05-09T18:09:10.250" v="1714"/>
          <ac:spMkLst>
            <pc:docMk/>
            <pc:sldMk cId="4032041243" sldId="257"/>
            <ac:spMk id="25" creationId="{F2C64150-95FC-46BF-4292-F774E8A60641}"/>
          </ac:spMkLst>
        </pc:spChg>
        <pc:spChg chg="mod">
          <ac:chgData name=". ." userId="306759d044d43394" providerId="LiveId" clId="{5D5EE643-3F72-463A-BEE7-D88B4D7B6A6D}" dt="2026-05-09T18:12:01.453" v="1750"/>
          <ac:spMkLst>
            <pc:docMk/>
            <pc:sldMk cId="4032041243" sldId="257"/>
            <ac:spMk id="27" creationId="{133BE2B3-C112-0F01-E208-2791E570EF64}"/>
          </ac:spMkLst>
        </pc:spChg>
        <pc:spChg chg="mod">
          <ac:chgData name=". ." userId="306759d044d43394" providerId="LiveId" clId="{5D5EE643-3F72-463A-BEE7-D88B4D7B6A6D}" dt="2026-05-09T18:12:01.453" v="1750"/>
          <ac:spMkLst>
            <pc:docMk/>
            <pc:sldMk cId="4032041243" sldId="257"/>
            <ac:spMk id="28" creationId="{B059E5F8-C1D4-C4D0-776A-D9A5F4F818CF}"/>
          </ac:spMkLst>
        </pc:spChg>
        <pc:spChg chg="mod">
          <ac:chgData name=". ." userId="306759d044d43394" providerId="LiveId" clId="{5D5EE643-3F72-463A-BEE7-D88B4D7B6A6D}" dt="2026-05-09T18:12:01.453" v="1750"/>
          <ac:spMkLst>
            <pc:docMk/>
            <pc:sldMk cId="4032041243" sldId="257"/>
            <ac:spMk id="29" creationId="{515F3463-AC5D-9CEE-9FC6-E3B3EE5F8635}"/>
          </ac:spMkLst>
        </pc:spChg>
        <pc:grpChg chg="add del mod">
          <ac:chgData name=". ." userId="306759d044d43394" providerId="LiveId" clId="{5D5EE643-3F72-463A-BEE7-D88B4D7B6A6D}" dt="2026-05-09T18:12:00.487" v="1749" actId="478"/>
          <ac:grpSpMkLst>
            <pc:docMk/>
            <pc:sldMk cId="4032041243" sldId="257"/>
            <ac:grpSpMk id="23" creationId="{E7FF8982-D21F-6C26-D97D-9DAEA0C18C74}"/>
          </ac:grpSpMkLst>
        </pc:grpChg>
        <pc:grpChg chg="add mod">
          <ac:chgData name=". ." userId="306759d044d43394" providerId="LiveId" clId="{5D5EE643-3F72-463A-BEE7-D88B4D7B6A6D}" dt="2026-05-09T18:12:20.325" v="1755" actId="1076"/>
          <ac:grpSpMkLst>
            <pc:docMk/>
            <pc:sldMk cId="4032041243" sldId="257"/>
            <ac:grpSpMk id="26" creationId="{04ADA32B-9B65-233D-2589-D1B1EF006010}"/>
          </ac:grpSpMkLst>
        </pc:grpChg>
      </pc:sldChg>
      <pc:sldChg chg="addSp delSp modSp mod">
        <pc:chgData name=". ." userId="306759d044d43394" providerId="LiveId" clId="{5D5EE643-3F72-463A-BEE7-D88B4D7B6A6D}" dt="2026-05-10T18:36:11.852" v="1969" actId="20577"/>
        <pc:sldMkLst>
          <pc:docMk/>
          <pc:sldMk cId="3870936337" sldId="258"/>
        </pc:sldMkLst>
        <pc:spChg chg="mod">
          <ac:chgData name=". ." userId="306759d044d43394" providerId="LiveId" clId="{5D5EE643-3F72-463A-BEE7-D88B4D7B6A6D}" dt="2026-05-09T15:09:20.162" v="126"/>
          <ac:spMkLst>
            <pc:docMk/>
            <pc:sldMk cId="3870936337" sldId="258"/>
            <ac:spMk id="10" creationId="{6F2AA813-00C8-2E2B-56CD-DD2DAE2B40B6}"/>
          </ac:spMkLst>
        </pc:spChg>
        <pc:spChg chg="mod">
          <ac:chgData name=". ." userId="306759d044d43394" providerId="LiveId" clId="{5D5EE643-3F72-463A-BEE7-D88B4D7B6A6D}" dt="2026-05-09T15:09:20.162" v="126"/>
          <ac:spMkLst>
            <pc:docMk/>
            <pc:sldMk cId="3870936337" sldId="258"/>
            <ac:spMk id="11" creationId="{75EDB458-A7E9-E9B5-BD3C-8352EEFD015F}"/>
          </ac:spMkLst>
        </pc:spChg>
        <pc:spChg chg="mod">
          <ac:chgData name=". ." userId="306759d044d43394" providerId="LiveId" clId="{5D5EE643-3F72-463A-BEE7-D88B4D7B6A6D}" dt="2026-05-09T15:57:16.095" v="477" actId="255"/>
          <ac:spMkLst>
            <pc:docMk/>
            <pc:sldMk cId="3870936337" sldId="258"/>
            <ac:spMk id="12" creationId="{4AEA8AFB-21A8-EF37-1CA6-1F7C5120C8B8}"/>
          </ac:spMkLst>
        </pc:spChg>
        <pc:spChg chg="mod">
          <ac:chgData name=". ." userId="306759d044d43394" providerId="LiveId" clId="{5D5EE643-3F72-463A-BEE7-D88B4D7B6A6D}" dt="2026-05-09T18:10:27.812" v="1722" actId="14100"/>
          <ac:spMkLst>
            <pc:docMk/>
            <pc:sldMk cId="3870936337" sldId="258"/>
            <ac:spMk id="13" creationId="{DBFDB16A-0F86-CE6E-D1D6-A02DE7388693}"/>
          </ac:spMkLst>
        </pc:spChg>
        <pc:spChg chg="mod">
          <ac:chgData name=". ." userId="306759d044d43394" providerId="LiveId" clId="{5D5EE643-3F72-463A-BEE7-D88B4D7B6A6D}" dt="2026-05-09T18:10:25.027" v="1720" actId="1076"/>
          <ac:spMkLst>
            <pc:docMk/>
            <pc:sldMk cId="3870936337" sldId="258"/>
            <ac:spMk id="14" creationId="{1DD05F8E-C9BB-031B-E7D9-FD143A9F5660}"/>
          </ac:spMkLst>
        </pc:spChg>
        <pc:spChg chg="mod">
          <ac:chgData name=". ." userId="306759d044d43394" providerId="LiveId" clId="{5D5EE643-3F72-463A-BEE7-D88B4D7B6A6D}" dt="2026-05-09T18:10:27.812" v="1722" actId="14100"/>
          <ac:spMkLst>
            <pc:docMk/>
            <pc:sldMk cId="3870936337" sldId="258"/>
            <ac:spMk id="15" creationId="{11D1EFC2-5181-B6D4-2B70-4098ABDA0B5D}"/>
          </ac:spMkLst>
        </pc:spChg>
        <pc:spChg chg="mod">
          <ac:chgData name=". ." userId="306759d044d43394" providerId="LiveId" clId="{5D5EE643-3F72-463A-BEE7-D88B4D7B6A6D}" dt="2026-05-09T18:10:25.027" v="1720" actId="1076"/>
          <ac:spMkLst>
            <pc:docMk/>
            <pc:sldMk cId="3870936337" sldId="258"/>
            <ac:spMk id="16" creationId="{73660B35-AF1A-9880-5886-6DD575FB3B9D}"/>
          </ac:spMkLst>
        </pc:spChg>
        <pc:spChg chg="mod">
          <ac:chgData name=". ." userId="306759d044d43394" providerId="LiveId" clId="{5D5EE643-3F72-463A-BEE7-D88B4D7B6A6D}" dt="2026-05-10T18:36:11.852" v="1969" actId="20577"/>
          <ac:spMkLst>
            <pc:docMk/>
            <pc:sldMk cId="3870936337" sldId="258"/>
            <ac:spMk id="17" creationId="{23C320D2-2D44-41D6-C250-C9D556509D63}"/>
          </ac:spMkLst>
        </pc:spChg>
        <pc:spChg chg="mod">
          <ac:chgData name=". ." userId="306759d044d43394" providerId="LiveId" clId="{5D5EE643-3F72-463A-BEE7-D88B4D7B6A6D}" dt="2026-05-09T15:09:20.162" v="126"/>
          <ac:spMkLst>
            <pc:docMk/>
            <pc:sldMk cId="3870936337" sldId="258"/>
            <ac:spMk id="18" creationId="{07CBC7A9-F55F-F681-3417-D1AEE4D8C9E6}"/>
          </ac:spMkLst>
        </pc:spChg>
        <pc:spChg chg="mod">
          <ac:chgData name=". ." userId="306759d044d43394" providerId="LiveId" clId="{5D5EE643-3F72-463A-BEE7-D88B4D7B6A6D}" dt="2026-05-09T15:09:42.520" v="128" actId="1076"/>
          <ac:spMkLst>
            <pc:docMk/>
            <pc:sldMk cId="3870936337" sldId="258"/>
            <ac:spMk id="20" creationId="{A91EEA85-8031-31C2-46E5-2445E8439E40}"/>
          </ac:spMkLst>
        </pc:spChg>
        <pc:spChg chg="mod">
          <ac:chgData name=". ." userId="306759d044d43394" providerId="LiveId" clId="{5D5EE643-3F72-463A-BEE7-D88B4D7B6A6D}" dt="2026-05-09T18:10:27.812" v="1722" actId="14100"/>
          <ac:spMkLst>
            <pc:docMk/>
            <pc:sldMk cId="3870936337" sldId="258"/>
            <ac:spMk id="21" creationId="{A4B26830-2BA6-383D-0333-F0562936391A}"/>
          </ac:spMkLst>
        </pc:spChg>
        <pc:spChg chg="mod">
          <ac:chgData name=". ." userId="306759d044d43394" providerId="LiveId" clId="{5D5EE643-3F72-463A-BEE7-D88B4D7B6A6D}" dt="2026-05-09T18:10:25.027" v="1720" actId="1076"/>
          <ac:spMkLst>
            <pc:docMk/>
            <pc:sldMk cId="3870936337" sldId="258"/>
            <ac:spMk id="22" creationId="{C695EA5F-4E3F-C560-F47C-26BC82FCBB19}"/>
          </ac:spMkLst>
        </pc:spChg>
        <pc:spChg chg="mod">
          <ac:chgData name=". ." userId="306759d044d43394" providerId="LiveId" clId="{5D5EE643-3F72-463A-BEE7-D88B4D7B6A6D}" dt="2026-05-10T18:23:57.153" v="1950" actId="20577"/>
          <ac:spMkLst>
            <pc:docMk/>
            <pc:sldMk cId="3870936337" sldId="258"/>
            <ac:spMk id="23" creationId="{FEC30D63-59C8-93D9-C7EB-EB976118FFE9}"/>
          </ac:spMkLst>
        </pc:spChg>
        <pc:spChg chg="mod">
          <ac:chgData name=". ." userId="306759d044d43394" providerId="LiveId" clId="{5D5EE643-3F72-463A-BEE7-D88B4D7B6A6D}" dt="2026-05-09T18:10:27.812" v="1722" actId="14100"/>
          <ac:spMkLst>
            <pc:docMk/>
            <pc:sldMk cId="3870936337" sldId="258"/>
            <ac:spMk id="24" creationId="{2C08E206-8D1F-F3CF-0375-8D7EEA49F950}"/>
          </ac:spMkLst>
        </pc:spChg>
        <pc:spChg chg="mod">
          <ac:chgData name=". ." userId="306759d044d43394" providerId="LiveId" clId="{5D5EE643-3F72-463A-BEE7-D88B4D7B6A6D}" dt="2026-05-09T18:10:25.027" v="1720" actId="1076"/>
          <ac:spMkLst>
            <pc:docMk/>
            <pc:sldMk cId="3870936337" sldId="258"/>
            <ac:spMk id="25" creationId="{589D7A3B-2A75-09E5-1FBC-9664588128B3}"/>
          </ac:spMkLst>
        </pc:spChg>
        <pc:spChg chg="mod">
          <ac:chgData name=". ." userId="306759d044d43394" providerId="LiveId" clId="{5D5EE643-3F72-463A-BEE7-D88B4D7B6A6D}" dt="2026-05-10T10:07:25.864" v="1901" actId="20577"/>
          <ac:spMkLst>
            <pc:docMk/>
            <pc:sldMk cId="3870936337" sldId="258"/>
            <ac:spMk id="26" creationId="{60CF8A59-3AE7-0C94-BE5A-56078B0031B6}"/>
          </ac:spMkLst>
        </pc:spChg>
        <pc:spChg chg="mod">
          <ac:chgData name=". ." userId="306759d044d43394" providerId="LiveId" clId="{5D5EE643-3F72-463A-BEE7-D88B4D7B6A6D}" dt="2026-05-09T15:09:20.162" v="126"/>
          <ac:spMkLst>
            <pc:docMk/>
            <pc:sldMk cId="3870936337" sldId="258"/>
            <ac:spMk id="27" creationId="{C2F2BBD0-B23E-60FB-2061-F7BE98EBB1E5}"/>
          </ac:spMkLst>
        </pc:spChg>
        <pc:spChg chg="mod">
          <ac:chgData name=". ." userId="306759d044d43394" providerId="LiveId" clId="{5D5EE643-3F72-463A-BEE7-D88B4D7B6A6D}" dt="2026-05-09T15:09:20.162" v="126"/>
          <ac:spMkLst>
            <pc:docMk/>
            <pc:sldMk cId="3870936337" sldId="258"/>
            <ac:spMk id="29" creationId="{44A5B4E6-A636-6A23-8FD6-BC7F01B1E23F}"/>
          </ac:spMkLst>
        </pc:spChg>
        <pc:spChg chg="add mod topLvl">
          <ac:chgData name=". ." userId="306759d044d43394" providerId="LiveId" clId="{5D5EE643-3F72-463A-BEE7-D88B4D7B6A6D}" dt="2026-05-09T18:11:54.994" v="1748" actId="164"/>
          <ac:spMkLst>
            <pc:docMk/>
            <pc:sldMk cId="3870936337" sldId="258"/>
            <ac:spMk id="31" creationId="{E060BDE6-9980-F4D5-1CCA-59B51C7E00F1}"/>
          </ac:spMkLst>
        </pc:spChg>
        <pc:spChg chg="add mod topLvl">
          <ac:chgData name=". ." userId="306759d044d43394" providerId="LiveId" clId="{5D5EE643-3F72-463A-BEE7-D88B4D7B6A6D}" dt="2026-05-09T18:11:54.994" v="1748" actId="164"/>
          <ac:spMkLst>
            <pc:docMk/>
            <pc:sldMk cId="3870936337" sldId="258"/>
            <ac:spMk id="32" creationId="{446194F3-4C7F-9733-8BBE-54767A02D9B9}"/>
          </ac:spMkLst>
        </pc:spChg>
        <pc:spChg chg="add mod">
          <ac:chgData name=". ." userId="306759d044d43394" providerId="LiveId" clId="{5D5EE643-3F72-463A-BEE7-D88B4D7B6A6D}" dt="2026-05-09T18:11:54.994" v="1748" actId="164"/>
          <ac:spMkLst>
            <pc:docMk/>
            <pc:sldMk cId="3870936337" sldId="258"/>
            <ac:spMk id="34" creationId="{0E970D93-EA62-6F7D-47FA-F7AEA4D78DBA}"/>
          </ac:spMkLst>
        </pc:spChg>
        <pc:grpChg chg="add mod">
          <ac:chgData name=". ." userId="306759d044d43394" providerId="LiveId" clId="{5D5EE643-3F72-463A-BEE7-D88B4D7B6A6D}" dt="2026-05-09T15:11:50.896" v="138" actId="1076"/>
          <ac:grpSpMkLst>
            <pc:docMk/>
            <pc:sldMk cId="3870936337" sldId="258"/>
            <ac:grpSpMk id="9" creationId="{8C9F17DB-08AC-FA62-43E6-19E122E5693B}"/>
          </ac:grpSpMkLst>
        </pc:grpChg>
        <pc:grpChg chg="add mod">
          <ac:chgData name=". ." userId="306759d044d43394" providerId="LiveId" clId="{5D5EE643-3F72-463A-BEE7-D88B4D7B6A6D}" dt="2026-05-09T15:10:11.336" v="131" actId="1076"/>
          <ac:grpSpMkLst>
            <pc:docMk/>
            <pc:sldMk cId="3870936337" sldId="258"/>
            <ac:grpSpMk id="19" creationId="{279FE079-3F9B-B51E-CE2C-51F6D403F64E}"/>
          </ac:grpSpMkLst>
        </pc:grpChg>
        <pc:grpChg chg="add mod">
          <ac:chgData name=". ." userId="306759d044d43394" providerId="LiveId" clId="{5D5EE643-3F72-463A-BEE7-D88B4D7B6A6D}" dt="2026-05-09T15:10:17.147" v="132" actId="1076"/>
          <ac:grpSpMkLst>
            <pc:docMk/>
            <pc:sldMk cId="3870936337" sldId="258"/>
            <ac:grpSpMk id="28" creationId="{4B896547-5B95-9876-9D47-83EBFC27AEC8}"/>
          </ac:grpSpMkLst>
        </pc:grpChg>
        <pc:grpChg chg="add del mod">
          <ac:chgData name=". ." userId="306759d044d43394" providerId="LiveId" clId="{5D5EE643-3F72-463A-BEE7-D88B4D7B6A6D}" dt="2026-05-09T18:10:56.594" v="1727" actId="165"/>
          <ac:grpSpMkLst>
            <pc:docMk/>
            <pc:sldMk cId="3870936337" sldId="258"/>
            <ac:grpSpMk id="33" creationId="{B2703967-6AB0-3C04-CB1E-A978AD7A9BF2}"/>
          </ac:grpSpMkLst>
        </pc:grpChg>
        <pc:grpChg chg="add mod">
          <ac:chgData name=". ." userId="306759d044d43394" providerId="LiveId" clId="{5D5EE643-3F72-463A-BEE7-D88B4D7B6A6D}" dt="2026-05-09T18:11:54.994" v="1748" actId="164"/>
          <ac:grpSpMkLst>
            <pc:docMk/>
            <pc:sldMk cId="3870936337" sldId="258"/>
            <ac:grpSpMk id="35" creationId="{000787D2-CCD2-423D-3D46-731430BD0E46}"/>
          </ac:grpSpMkLst>
        </pc:grpChg>
        <pc:picChg chg="mod">
          <ac:chgData name=". ." userId="306759d044d43394" providerId="LiveId" clId="{5D5EE643-3F72-463A-BEE7-D88B4D7B6A6D}" dt="2026-05-09T15:10:33.245" v="134" actId="1076"/>
          <ac:picMkLst>
            <pc:docMk/>
            <pc:sldMk cId="3870936337" sldId="258"/>
            <ac:picMk id="5" creationId="{52CB9282-5739-99EF-473C-B4CCE15144D1}"/>
          </ac:picMkLst>
        </pc:picChg>
        <pc:picChg chg="mod">
          <ac:chgData name=". ." userId="306759d044d43394" providerId="LiveId" clId="{5D5EE643-3F72-463A-BEE7-D88B4D7B6A6D}" dt="2026-05-09T15:09:20.162" v="126"/>
          <ac:picMkLst>
            <pc:docMk/>
            <pc:sldMk cId="3870936337" sldId="258"/>
            <ac:picMk id="30" creationId="{6F5CA886-EED7-829B-8A4F-A843E678F376}"/>
          </ac:picMkLst>
        </pc:picChg>
      </pc:sldChg>
      <pc:sldChg chg="addSp delSp modSp add mod">
        <pc:chgData name=". ." userId="306759d044d43394" providerId="LiveId" clId="{5D5EE643-3F72-463A-BEE7-D88B4D7B6A6D}" dt="2026-05-10T18:39:45.354" v="1989" actId="1076"/>
        <pc:sldMkLst>
          <pc:docMk/>
          <pc:sldMk cId="4219232397" sldId="259"/>
        </pc:sldMkLst>
        <pc:spChg chg="mod">
          <ac:chgData name=". ." userId="306759d044d43394" providerId="LiveId" clId="{5D5EE643-3F72-463A-BEE7-D88B4D7B6A6D}" dt="2026-05-09T15:00:15.690" v="90" actId="164"/>
          <ac:spMkLst>
            <pc:docMk/>
            <pc:sldMk cId="4219232397" sldId="259"/>
            <ac:spMk id="4" creationId="{583EC708-FAE0-BD18-C10D-53C935064D49}"/>
          </ac:spMkLst>
        </pc:spChg>
        <pc:spChg chg="mod">
          <ac:chgData name=". ." userId="306759d044d43394" providerId="LiveId" clId="{5D5EE643-3F72-463A-BEE7-D88B4D7B6A6D}" dt="2026-05-09T15:00:15.690" v="90" actId="164"/>
          <ac:spMkLst>
            <pc:docMk/>
            <pc:sldMk cId="4219232397" sldId="259"/>
            <ac:spMk id="6" creationId="{05B280FB-3444-708A-B0A0-454B061A6305}"/>
          </ac:spMkLst>
        </pc:spChg>
        <pc:spChg chg="del">
          <ac:chgData name=". ." userId="306759d044d43394" providerId="LiveId" clId="{5D5EE643-3F72-463A-BEE7-D88B4D7B6A6D}" dt="2026-05-09T14:52:55.730" v="39" actId="478"/>
          <ac:spMkLst>
            <pc:docMk/>
            <pc:sldMk cId="4219232397" sldId="259"/>
            <ac:spMk id="7" creationId="{A1C24E9E-A775-B5D6-C11B-E48A7F51E6D6}"/>
          </ac:spMkLst>
        </pc:spChg>
        <pc:spChg chg="mod">
          <ac:chgData name=". ." userId="306759d044d43394" providerId="LiveId" clId="{5D5EE643-3F72-463A-BEE7-D88B4D7B6A6D}" dt="2026-05-10T18:39:28.203" v="1986"/>
          <ac:spMkLst>
            <pc:docMk/>
            <pc:sldMk cId="4219232397" sldId="259"/>
            <ac:spMk id="8" creationId="{2E81926B-C899-55C6-A06C-2709ECAA01D6}"/>
          </ac:spMkLst>
        </pc:spChg>
        <pc:spChg chg="mod">
          <ac:chgData name=". ." userId="306759d044d43394" providerId="LiveId" clId="{5D5EE643-3F72-463A-BEE7-D88B4D7B6A6D}" dt="2026-05-09T18:09:28.060" v="1716"/>
          <ac:spMkLst>
            <pc:docMk/>
            <pc:sldMk cId="4219232397" sldId="259"/>
            <ac:spMk id="8" creationId="{3B4FFCD8-4784-6202-95CD-B5735880AE36}"/>
          </ac:spMkLst>
        </pc:spChg>
        <pc:spChg chg="del">
          <ac:chgData name=". ." userId="306759d044d43394" providerId="LiveId" clId="{5D5EE643-3F72-463A-BEE7-D88B4D7B6A6D}" dt="2026-05-09T14:52:55.730" v="39" actId="478"/>
          <ac:spMkLst>
            <pc:docMk/>
            <pc:sldMk cId="4219232397" sldId="259"/>
            <ac:spMk id="8" creationId="{4FB06616-8796-05C2-0818-B07360BF65CB}"/>
          </ac:spMkLst>
        </pc:spChg>
        <pc:spChg chg="mod">
          <ac:chgData name=". ." userId="306759d044d43394" providerId="LiveId" clId="{5D5EE643-3F72-463A-BEE7-D88B4D7B6A6D}" dt="2026-05-10T18:39:28.203" v="1986"/>
          <ac:spMkLst>
            <pc:docMk/>
            <pc:sldMk cId="4219232397" sldId="259"/>
            <ac:spMk id="9" creationId="{4998D4CF-C63D-375C-F2E9-BC269A5EBD05}"/>
          </ac:spMkLst>
        </pc:spChg>
        <pc:spChg chg="add mod">
          <ac:chgData name=". ." userId="306759d044d43394" providerId="LiveId" clId="{5D5EE643-3F72-463A-BEE7-D88B4D7B6A6D}" dt="2026-05-09T14:55:14.002" v="50" actId="1076"/>
          <ac:spMkLst>
            <pc:docMk/>
            <pc:sldMk cId="4219232397" sldId="259"/>
            <ac:spMk id="9" creationId="{8C149ECF-F96C-F704-8734-CDED2693CEDF}"/>
          </ac:spMkLst>
        </pc:spChg>
        <pc:spChg chg="mod">
          <ac:chgData name=". ." userId="306759d044d43394" providerId="LiveId" clId="{5D5EE643-3F72-463A-BEE7-D88B4D7B6A6D}" dt="2026-05-09T18:09:28.060" v="1716"/>
          <ac:spMkLst>
            <pc:docMk/>
            <pc:sldMk cId="4219232397" sldId="259"/>
            <ac:spMk id="9" creationId="{D2188D9B-142A-5918-93FD-9591695B838D}"/>
          </ac:spMkLst>
        </pc:spChg>
        <pc:spChg chg="add mod">
          <ac:chgData name=". ." userId="306759d044d43394" providerId="LiveId" clId="{5D5EE643-3F72-463A-BEE7-D88B4D7B6A6D}" dt="2026-05-09T14:55:14.002" v="50" actId="1076"/>
          <ac:spMkLst>
            <pc:docMk/>
            <pc:sldMk cId="4219232397" sldId="259"/>
            <ac:spMk id="10" creationId="{6477C1CD-C86E-1AB2-8720-AF3593567064}"/>
          </ac:spMkLst>
        </pc:spChg>
        <pc:spChg chg="add mod">
          <ac:chgData name=". ." userId="306759d044d43394" providerId="LiveId" clId="{5D5EE643-3F72-463A-BEE7-D88B4D7B6A6D}" dt="2026-05-09T14:55:22.882" v="53" actId="1076"/>
          <ac:spMkLst>
            <pc:docMk/>
            <pc:sldMk cId="4219232397" sldId="259"/>
            <ac:spMk id="11" creationId="{DCC8BDF1-DC3E-A70E-50A6-813B70329D89}"/>
          </ac:spMkLst>
        </pc:spChg>
        <pc:spChg chg="mod">
          <ac:chgData name=". ." userId="306759d044d43394" providerId="LiveId" clId="{5D5EE643-3F72-463A-BEE7-D88B4D7B6A6D}" dt="2026-05-09T18:12:39.181" v="1758"/>
          <ac:spMkLst>
            <pc:docMk/>
            <pc:sldMk cId="4219232397" sldId="259"/>
            <ac:spMk id="12" creationId="{A11F050A-3C15-757E-2FC1-9E41AA16F3FD}"/>
          </ac:spMkLst>
        </pc:spChg>
        <pc:spChg chg="del">
          <ac:chgData name=". ." userId="306759d044d43394" providerId="LiveId" clId="{5D5EE643-3F72-463A-BEE7-D88B4D7B6A6D}" dt="2026-05-09T14:52:55.730" v="39" actId="478"/>
          <ac:spMkLst>
            <pc:docMk/>
            <pc:sldMk cId="4219232397" sldId="259"/>
            <ac:spMk id="12" creationId="{A5A55E8C-4853-D817-2CBB-D90CD637458E}"/>
          </ac:spMkLst>
        </pc:spChg>
        <pc:spChg chg="mod">
          <ac:chgData name=". ." userId="306759d044d43394" providerId="LiveId" clId="{5D5EE643-3F72-463A-BEE7-D88B4D7B6A6D}" dt="2026-05-09T14:53:56.065" v="43" actId="1076"/>
          <ac:spMkLst>
            <pc:docMk/>
            <pc:sldMk cId="4219232397" sldId="259"/>
            <ac:spMk id="13" creationId="{720BCA8E-C72E-A19E-2611-AAD1FD5A3006}"/>
          </ac:spMkLst>
        </pc:spChg>
        <pc:spChg chg="mod">
          <ac:chgData name=". ." userId="306759d044d43394" providerId="LiveId" clId="{5D5EE643-3F72-463A-BEE7-D88B4D7B6A6D}" dt="2026-05-09T14:53:56.065" v="43" actId="1076"/>
          <ac:spMkLst>
            <pc:docMk/>
            <pc:sldMk cId="4219232397" sldId="259"/>
            <ac:spMk id="14" creationId="{06AF5630-FA40-9BE4-29A2-D8F120684407}"/>
          </ac:spMkLst>
        </pc:spChg>
        <pc:spChg chg="mod">
          <ac:chgData name=". ." userId="306759d044d43394" providerId="LiveId" clId="{5D5EE643-3F72-463A-BEE7-D88B4D7B6A6D}" dt="2026-05-09T14:53:56.065" v="43" actId="1076"/>
          <ac:spMkLst>
            <pc:docMk/>
            <pc:sldMk cId="4219232397" sldId="259"/>
            <ac:spMk id="15" creationId="{E11E2890-7ED1-EDCE-71C7-A59090C8A0C8}"/>
          </ac:spMkLst>
        </pc:spChg>
        <pc:spChg chg="mod">
          <ac:chgData name=". ." userId="306759d044d43394" providerId="LiveId" clId="{5D5EE643-3F72-463A-BEE7-D88B4D7B6A6D}" dt="2026-05-09T14:53:56.065" v="43" actId="1076"/>
          <ac:spMkLst>
            <pc:docMk/>
            <pc:sldMk cId="4219232397" sldId="259"/>
            <ac:spMk id="16" creationId="{6D21D7C2-FEEB-C309-7A76-0116193FE7FC}"/>
          </ac:spMkLst>
        </pc:spChg>
        <pc:spChg chg="mod">
          <ac:chgData name=". ." userId="306759d044d43394" providerId="LiveId" clId="{5D5EE643-3F72-463A-BEE7-D88B4D7B6A6D}" dt="2026-05-10T18:36:23.422" v="1971" actId="20577"/>
          <ac:spMkLst>
            <pc:docMk/>
            <pc:sldMk cId="4219232397" sldId="259"/>
            <ac:spMk id="17" creationId="{9E148B0F-5341-C81C-71B0-F941C7C3A921}"/>
          </ac:spMkLst>
        </pc:spChg>
        <pc:spChg chg="add mod">
          <ac:chgData name=". ." userId="306759d044d43394" providerId="LiveId" clId="{5D5EE643-3F72-463A-BEE7-D88B4D7B6A6D}" dt="2026-05-09T14:55:22.882" v="53" actId="1076"/>
          <ac:spMkLst>
            <pc:docMk/>
            <pc:sldMk cId="4219232397" sldId="259"/>
            <ac:spMk id="18" creationId="{EA70BBBE-FE5A-112A-1C12-DC7617DDBC17}"/>
          </ac:spMkLst>
        </pc:spChg>
        <pc:spChg chg="add mod">
          <ac:chgData name=". ." userId="306759d044d43394" providerId="LiveId" clId="{5D5EE643-3F72-463A-BEE7-D88B4D7B6A6D}" dt="2026-05-09T16:43:21.498" v="1082" actId="207"/>
          <ac:spMkLst>
            <pc:docMk/>
            <pc:sldMk cId="4219232397" sldId="259"/>
            <ac:spMk id="19" creationId="{7D5B25A6-8A11-5700-1860-C3F2CD56E323}"/>
          </ac:spMkLst>
        </pc:spChg>
        <pc:spChg chg="add mod">
          <ac:chgData name=". ." userId="306759d044d43394" providerId="LiveId" clId="{5D5EE643-3F72-463A-BEE7-D88B4D7B6A6D}" dt="2026-05-09T15:00:36.383" v="91" actId="164"/>
          <ac:spMkLst>
            <pc:docMk/>
            <pc:sldMk cId="4219232397" sldId="259"/>
            <ac:spMk id="20" creationId="{924B7529-598D-D2B1-330A-87C70DA03F78}"/>
          </ac:spMkLst>
        </pc:spChg>
        <pc:spChg chg="mod">
          <ac:chgData name=". ." userId="306759d044d43394" providerId="LiveId" clId="{5D5EE643-3F72-463A-BEE7-D88B4D7B6A6D}" dt="2026-05-09T14:53:56.065" v="43" actId="1076"/>
          <ac:spMkLst>
            <pc:docMk/>
            <pc:sldMk cId="4219232397" sldId="259"/>
            <ac:spMk id="21" creationId="{DC1F9CC5-6313-F093-ED91-4078D0C5C6D0}"/>
          </ac:spMkLst>
        </pc:spChg>
        <pc:spChg chg="mod">
          <ac:chgData name=". ." userId="306759d044d43394" providerId="LiveId" clId="{5D5EE643-3F72-463A-BEE7-D88B4D7B6A6D}" dt="2026-05-09T14:53:56.065" v="43" actId="1076"/>
          <ac:spMkLst>
            <pc:docMk/>
            <pc:sldMk cId="4219232397" sldId="259"/>
            <ac:spMk id="22" creationId="{D1545C93-B07A-F7C3-EE7C-D0E5F8D341AE}"/>
          </ac:spMkLst>
        </pc:spChg>
        <pc:spChg chg="mod">
          <ac:chgData name=". ." userId="306759d044d43394" providerId="LiveId" clId="{5D5EE643-3F72-463A-BEE7-D88B4D7B6A6D}" dt="2026-05-10T18:24:12.089" v="1952" actId="20577"/>
          <ac:spMkLst>
            <pc:docMk/>
            <pc:sldMk cId="4219232397" sldId="259"/>
            <ac:spMk id="23" creationId="{AD08255F-9CC9-D5AD-7143-E37C235DE9E1}"/>
          </ac:spMkLst>
        </pc:spChg>
        <pc:spChg chg="mod">
          <ac:chgData name=". ." userId="306759d044d43394" providerId="LiveId" clId="{5D5EE643-3F72-463A-BEE7-D88B4D7B6A6D}" dt="2026-05-09T14:54:02.831" v="44" actId="1076"/>
          <ac:spMkLst>
            <pc:docMk/>
            <pc:sldMk cId="4219232397" sldId="259"/>
            <ac:spMk id="24" creationId="{74EDC523-4977-7917-5BC8-EC69FE9DEB51}"/>
          </ac:spMkLst>
        </pc:spChg>
        <pc:spChg chg="mod">
          <ac:chgData name=". ." userId="306759d044d43394" providerId="LiveId" clId="{5D5EE643-3F72-463A-BEE7-D88B4D7B6A6D}" dt="2026-05-09T14:54:02.831" v="44" actId="1076"/>
          <ac:spMkLst>
            <pc:docMk/>
            <pc:sldMk cId="4219232397" sldId="259"/>
            <ac:spMk id="25" creationId="{2E3DFB48-B803-B245-9FE1-F64BB9CEFFA2}"/>
          </ac:spMkLst>
        </pc:spChg>
        <pc:spChg chg="mod">
          <ac:chgData name=". ." userId="306759d044d43394" providerId="LiveId" clId="{5D5EE643-3F72-463A-BEE7-D88B4D7B6A6D}" dt="2026-05-10T18:24:45.316" v="1954" actId="20577"/>
          <ac:spMkLst>
            <pc:docMk/>
            <pc:sldMk cId="4219232397" sldId="259"/>
            <ac:spMk id="26" creationId="{98EED417-5790-70F2-2320-FA96398D0582}"/>
          </ac:spMkLst>
        </pc:spChg>
        <pc:spChg chg="add mod">
          <ac:chgData name=". ." userId="306759d044d43394" providerId="LiveId" clId="{5D5EE643-3F72-463A-BEE7-D88B4D7B6A6D}" dt="2026-05-09T15:00:36.383" v="91" actId="164"/>
          <ac:spMkLst>
            <pc:docMk/>
            <pc:sldMk cId="4219232397" sldId="259"/>
            <ac:spMk id="27" creationId="{1BE5EE61-3923-CDFB-0F8A-10A8B393A43D}"/>
          </ac:spMkLst>
        </pc:spChg>
        <pc:spChg chg="add mod">
          <ac:chgData name=". ." userId="306759d044d43394" providerId="LiveId" clId="{5D5EE643-3F72-463A-BEE7-D88B4D7B6A6D}" dt="2026-05-09T15:14:29.213" v="157" actId="206"/>
          <ac:spMkLst>
            <pc:docMk/>
            <pc:sldMk cId="4219232397" sldId="259"/>
            <ac:spMk id="30" creationId="{1B2CA014-5962-6986-F8B3-82FA90D5CA9B}"/>
          </ac:spMkLst>
        </pc:spChg>
        <pc:spChg chg="mod">
          <ac:chgData name=". ." userId="306759d044d43394" providerId="LiveId" clId="{5D5EE643-3F72-463A-BEE7-D88B4D7B6A6D}" dt="2026-05-09T18:12:39.181" v="1758"/>
          <ac:spMkLst>
            <pc:docMk/>
            <pc:sldMk cId="4219232397" sldId="259"/>
            <ac:spMk id="31" creationId="{0C5FF715-B2D0-1277-1F5B-355AB26CAB3E}"/>
          </ac:spMkLst>
        </pc:spChg>
        <pc:spChg chg="mod">
          <ac:chgData name=". ." userId="306759d044d43394" providerId="LiveId" clId="{5D5EE643-3F72-463A-BEE7-D88B4D7B6A6D}" dt="2026-05-09T15:47:17.876" v="446"/>
          <ac:spMkLst>
            <pc:docMk/>
            <pc:sldMk cId="4219232397" sldId="259"/>
            <ac:spMk id="35" creationId="{EE87975B-C6B5-10EC-DDD3-0D62791C879B}"/>
          </ac:spMkLst>
        </pc:spChg>
        <pc:spChg chg="mod">
          <ac:chgData name=". ." userId="306759d044d43394" providerId="LiveId" clId="{5D5EE643-3F72-463A-BEE7-D88B4D7B6A6D}" dt="2026-05-09T15:47:27.237" v="448" actId="1076"/>
          <ac:spMkLst>
            <pc:docMk/>
            <pc:sldMk cId="4219232397" sldId="259"/>
            <ac:spMk id="36" creationId="{E21743E8-1B85-A312-356A-94D733A55909}"/>
          </ac:spMkLst>
        </pc:spChg>
        <pc:spChg chg="mod">
          <ac:chgData name=". ." userId="306759d044d43394" providerId="LiveId" clId="{5D5EE643-3F72-463A-BEE7-D88B4D7B6A6D}" dt="2026-05-09T15:47:17.876" v="446"/>
          <ac:spMkLst>
            <pc:docMk/>
            <pc:sldMk cId="4219232397" sldId="259"/>
            <ac:spMk id="38" creationId="{C0C5045E-A56E-ECA9-ECFA-CF95CF0F15B6}"/>
          </ac:spMkLst>
        </pc:spChg>
        <pc:spChg chg="mod">
          <ac:chgData name=". ." userId="306759d044d43394" providerId="LiveId" clId="{5D5EE643-3F72-463A-BEE7-D88B4D7B6A6D}" dt="2026-05-09T15:47:17.876" v="446"/>
          <ac:spMkLst>
            <pc:docMk/>
            <pc:sldMk cId="4219232397" sldId="259"/>
            <ac:spMk id="39" creationId="{318F4901-BCBF-DC74-D091-9B0CCC06D552}"/>
          </ac:spMkLst>
        </pc:spChg>
        <pc:spChg chg="mod">
          <ac:chgData name=". ." userId="306759d044d43394" providerId="LiveId" clId="{5D5EE643-3F72-463A-BEE7-D88B4D7B6A6D}" dt="2026-05-09T15:47:17.876" v="446"/>
          <ac:spMkLst>
            <pc:docMk/>
            <pc:sldMk cId="4219232397" sldId="259"/>
            <ac:spMk id="40" creationId="{045FED29-D07F-C05B-95E1-A3D5D2C84351}"/>
          </ac:spMkLst>
        </pc:spChg>
        <pc:spChg chg="mod">
          <ac:chgData name=". ." userId="306759d044d43394" providerId="LiveId" clId="{5D5EE643-3F72-463A-BEE7-D88B4D7B6A6D}" dt="2026-05-09T15:47:17.876" v="446"/>
          <ac:spMkLst>
            <pc:docMk/>
            <pc:sldMk cId="4219232397" sldId="259"/>
            <ac:spMk id="42" creationId="{49871D96-FED1-8C33-5874-A1B384D4B885}"/>
          </ac:spMkLst>
        </pc:spChg>
        <pc:spChg chg="mod">
          <ac:chgData name=". ." userId="306759d044d43394" providerId="LiveId" clId="{5D5EE643-3F72-463A-BEE7-D88B4D7B6A6D}" dt="2026-05-10T18:26:24.159" v="1963" actId="20577"/>
          <ac:spMkLst>
            <pc:docMk/>
            <pc:sldMk cId="4219232397" sldId="259"/>
            <ac:spMk id="44" creationId="{4FD85824-8722-AF79-952B-9407E9454999}"/>
          </ac:spMkLst>
        </pc:spChg>
        <pc:spChg chg="mod">
          <ac:chgData name=". ." userId="306759d044d43394" providerId="LiveId" clId="{5D5EE643-3F72-463A-BEE7-D88B4D7B6A6D}" dt="2026-05-10T18:16:23.420" v="1932"/>
          <ac:spMkLst>
            <pc:docMk/>
            <pc:sldMk cId="4219232397" sldId="259"/>
            <ac:spMk id="46" creationId="{1680A98B-24CB-4E01-0A4C-A92669C3301E}"/>
          </ac:spMkLst>
        </pc:spChg>
        <pc:spChg chg="mod">
          <ac:chgData name=". ." userId="306759d044d43394" providerId="LiveId" clId="{5D5EE643-3F72-463A-BEE7-D88B4D7B6A6D}" dt="2026-05-10T18:16:23.420" v="1932"/>
          <ac:spMkLst>
            <pc:docMk/>
            <pc:sldMk cId="4219232397" sldId="259"/>
            <ac:spMk id="47" creationId="{0789984C-B5CC-DF10-0768-F474FF6E62D1}"/>
          </ac:spMkLst>
        </pc:spChg>
        <pc:spChg chg="mod">
          <ac:chgData name=". ." userId="306759d044d43394" providerId="LiveId" clId="{5D5EE643-3F72-463A-BEE7-D88B4D7B6A6D}" dt="2026-05-10T18:16:23.420" v="1932"/>
          <ac:spMkLst>
            <pc:docMk/>
            <pc:sldMk cId="4219232397" sldId="259"/>
            <ac:spMk id="48" creationId="{C3F749C4-6141-2722-809A-45C1E96A2DDD}"/>
          </ac:spMkLst>
        </pc:spChg>
        <pc:spChg chg="mod">
          <ac:chgData name=". ." userId="306759d044d43394" providerId="LiveId" clId="{5D5EE643-3F72-463A-BEE7-D88B4D7B6A6D}" dt="2026-05-09T18:12:39.181" v="1758"/>
          <ac:spMkLst>
            <pc:docMk/>
            <pc:sldMk cId="4219232397" sldId="259"/>
            <ac:spMk id="49" creationId="{708F7330-D7CA-8E78-D6C4-28EDF7A7BD1C}"/>
          </ac:spMkLst>
        </pc:spChg>
        <pc:spChg chg="mod">
          <ac:chgData name=". ." userId="306759d044d43394" providerId="LiveId" clId="{5D5EE643-3F72-463A-BEE7-D88B4D7B6A6D}" dt="2026-05-10T18:39:28.203" v="1986"/>
          <ac:spMkLst>
            <pc:docMk/>
            <pc:sldMk cId="4219232397" sldId="259"/>
            <ac:spMk id="50" creationId="{193CAAEA-17CF-2A29-E4B0-AD773AAA4697}"/>
          </ac:spMkLst>
        </pc:spChg>
        <pc:spChg chg="mod">
          <ac:chgData name=". ." userId="306759d044d43394" providerId="LiveId" clId="{5D5EE643-3F72-463A-BEE7-D88B4D7B6A6D}" dt="2026-05-10T18:39:36.872" v="1988"/>
          <ac:spMkLst>
            <pc:docMk/>
            <pc:sldMk cId="4219232397" sldId="259"/>
            <ac:spMk id="52" creationId="{06A17BC7-8DEF-F144-7ABC-907074809C79}"/>
          </ac:spMkLst>
        </pc:spChg>
        <pc:spChg chg="mod">
          <ac:chgData name=". ." userId="306759d044d43394" providerId="LiveId" clId="{5D5EE643-3F72-463A-BEE7-D88B4D7B6A6D}" dt="2026-05-10T18:39:36.872" v="1988"/>
          <ac:spMkLst>
            <pc:docMk/>
            <pc:sldMk cId="4219232397" sldId="259"/>
            <ac:spMk id="53" creationId="{E2B07A8F-F74C-994A-0834-23F73878B58C}"/>
          </ac:spMkLst>
        </pc:spChg>
        <pc:spChg chg="mod">
          <ac:chgData name=". ." userId="306759d044d43394" providerId="LiveId" clId="{5D5EE643-3F72-463A-BEE7-D88B4D7B6A6D}" dt="2026-05-10T18:39:36.872" v="1988"/>
          <ac:spMkLst>
            <pc:docMk/>
            <pc:sldMk cId="4219232397" sldId="259"/>
            <ac:spMk id="54" creationId="{C943E182-0DF0-1564-7FA2-8BCF135C99AA}"/>
          </ac:spMkLst>
        </pc:spChg>
        <pc:grpChg chg="add del mod">
          <ac:chgData name=". ." userId="306759d044d43394" providerId="LiveId" clId="{5D5EE643-3F72-463A-BEE7-D88B4D7B6A6D}" dt="2026-05-09T18:12:38.577" v="1757" actId="478"/>
          <ac:grpSpMkLst>
            <pc:docMk/>
            <pc:sldMk cId="4219232397" sldId="259"/>
            <ac:grpSpMk id="7" creationId="{0D08CAC7-88EB-B4E0-8856-44545612AE8D}"/>
          </ac:grpSpMkLst>
        </pc:grpChg>
        <pc:grpChg chg="add del mod">
          <ac:chgData name=". ." userId="306759d044d43394" providerId="LiveId" clId="{5D5EE643-3F72-463A-BEE7-D88B4D7B6A6D}" dt="2026-05-10T18:39:31.411" v="1987" actId="478"/>
          <ac:grpSpMkLst>
            <pc:docMk/>
            <pc:sldMk cId="4219232397" sldId="259"/>
            <ac:grpSpMk id="7" creationId="{7F684E1D-4D5F-3325-1FAB-8284521535C0}"/>
          </ac:grpSpMkLst>
        </pc:grpChg>
        <pc:grpChg chg="add mod">
          <ac:chgData name=". ." userId="306759d044d43394" providerId="LiveId" clId="{5D5EE643-3F72-463A-BEE7-D88B4D7B6A6D}" dt="2026-05-09T18:12:42.394" v="1759" actId="1076"/>
          <ac:grpSpMkLst>
            <pc:docMk/>
            <pc:sldMk cId="4219232397" sldId="259"/>
            <ac:grpSpMk id="10" creationId="{B955220C-849B-D5E4-E7C0-44DF6E8C01F2}"/>
          </ac:grpSpMkLst>
        </pc:grpChg>
        <pc:grpChg chg="add mod">
          <ac:chgData name=". ." userId="306759d044d43394" providerId="LiveId" clId="{5D5EE643-3F72-463A-BEE7-D88B4D7B6A6D}" dt="2026-05-09T15:47:33.450" v="450" actId="1076"/>
          <ac:grpSpMkLst>
            <pc:docMk/>
            <pc:sldMk cId="4219232397" sldId="259"/>
            <ac:grpSpMk id="28" creationId="{0066A597-84D3-8154-0F9C-C3D180396BAD}"/>
          </ac:grpSpMkLst>
        </pc:grpChg>
        <pc:grpChg chg="add mod">
          <ac:chgData name=". ." userId="306759d044d43394" providerId="LiveId" clId="{5D5EE643-3F72-463A-BEE7-D88B4D7B6A6D}" dt="2026-05-09T15:08:46.890" v="124" actId="1076"/>
          <ac:grpSpMkLst>
            <pc:docMk/>
            <pc:sldMk cId="4219232397" sldId="259"/>
            <ac:grpSpMk id="29" creationId="{7F7649C1-6461-DD0E-E3C3-8A54FFAC91F3}"/>
          </ac:grpSpMkLst>
        </pc:grpChg>
        <pc:grpChg chg="add mod">
          <ac:chgData name=". ." userId="306759d044d43394" providerId="LiveId" clId="{5D5EE643-3F72-463A-BEE7-D88B4D7B6A6D}" dt="2026-05-09T15:14:29.213" v="157" actId="206"/>
          <ac:grpSpMkLst>
            <pc:docMk/>
            <pc:sldMk cId="4219232397" sldId="259"/>
            <ac:grpSpMk id="33" creationId="{D9A3AA4A-357A-735B-2E88-4F6AD1615705}"/>
          </ac:grpSpMkLst>
        </pc:grpChg>
        <pc:grpChg chg="mod">
          <ac:chgData name=". ." userId="306759d044d43394" providerId="LiveId" clId="{5D5EE643-3F72-463A-BEE7-D88B4D7B6A6D}" dt="2026-05-09T15:48:37.040" v="464" actId="1076"/>
          <ac:grpSpMkLst>
            <pc:docMk/>
            <pc:sldMk cId="4219232397" sldId="259"/>
            <ac:grpSpMk id="34" creationId="{0861BFBB-9022-8535-D919-40699C00BB57}"/>
          </ac:grpSpMkLst>
        </pc:grpChg>
        <pc:grpChg chg="mod">
          <ac:chgData name=". ." userId="306759d044d43394" providerId="LiveId" clId="{5D5EE643-3F72-463A-BEE7-D88B4D7B6A6D}" dt="2026-05-09T15:50:07.337" v="470" actId="1076"/>
          <ac:grpSpMkLst>
            <pc:docMk/>
            <pc:sldMk cId="4219232397" sldId="259"/>
            <ac:grpSpMk id="37" creationId="{68A05643-573E-FC4A-0DE9-290AAC7038CE}"/>
          </ac:grpSpMkLst>
        </pc:grpChg>
        <pc:grpChg chg="mod">
          <ac:chgData name=". ." userId="306759d044d43394" providerId="LiveId" clId="{5D5EE643-3F72-463A-BEE7-D88B4D7B6A6D}" dt="2026-05-09T15:48:37.413" v="465" actId="1076"/>
          <ac:grpSpMkLst>
            <pc:docMk/>
            <pc:sldMk cId="4219232397" sldId="259"/>
            <ac:grpSpMk id="41" creationId="{D0FD8243-E9D0-A64F-0E06-778B7820FC8A}"/>
          </ac:grpSpMkLst>
        </pc:grpChg>
        <pc:grpChg chg="del mod">
          <ac:chgData name=". ." userId="306759d044d43394" providerId="LiveId" clId="{5D5EE643-3F72-463A-BEE7-D88B4D7B6A6D}" dt="2026-05-10T18:16:34.684" v="1933" actId="478"/>
          <ac:grpSpMkLst>
            <pc:docMk/>
            <pc:sldMk cId="4219232397" sldId="259"/>
            <ac:grpSpMk id="45" creationId="{FF78A2BB-0790-2990-0E84-7B893AFEBB52}"/>
          </ac:grpSpMkLst>
        </pc:grpChg>
        <pc:grpChg chg="add mod">
          <ac:chgData name=". ." userId="306759d044d43394" providerId="LiveId" clId="{5D5EE643-3F72-463A-BEE7-D88B4D7B6A6D}" dt="2026-05-10T18:39:45.354" v="1989" actId="1076"/>
          <ac:grpSpMkLst>
            <pc:docMk/>
            <pc:sldMk cId="4219232397" sldId="259"/>
            <ac:grpSpMk id="51" creationId="{F38F086B-4AD7-286C-6F03-936DF76500C3}"/>
          </ac:grpSpMkLst>
        </pc:grpChg>
        <pc:picChg chg="mod">
          <ac:chgData name=". ." userId="306759d044d43394" providerId="LiveId" clId="{5D5EE643-3F72-463A-BEE7-D88B4D7B6A6D}" dt="2026-05-09T18:09:30.798" v="1718" actId="1076"/>
          <ac:picMkLst>
            <pc:docMk/>
            <pc:sldMk cId="4219232397" sldId="259"/>
            <ac:picMk id="5" creationId="{27E063AC-C8D7-74E0-B9FA-86818D62655C}"/>
          </ac:picMkLst>
        </pc:picChg>
        <pc:picChg chg="add mod">
          <ac:chgData name=". ." userId="306759d044d43394" providerId="LiveId" clId="{5D5EE643-3F72-463A-BEE7-D88B4D7B6A6D}" dt="2026-05-09T15:14:29.213" v="157" actId="206"/>
          <ac:picMkLst>
            <pc:docMk/>
            <pc:sldMk cId="4219232397" sldId="259"/>
            <ac:picMk id="32" creationId="{2BA85593-A01F-EBDA-9FED-1E1703E5602B}"/>
          </ac:picMkLst>
        </pc:picChg>
      </pc:sldChg>
      <pc:sldChg chg="addSp delSp modSp add mod">
        <pc:chgData name=". ." userId="306759d044d43394" providerId="LiveId" clId="{5D5EE643-3F72-463A-BEE7-D88B4D7B6A6D}" dt="2026-05-10T18:40:28.581" v="1994" actId="20577"/>
        <pc:sldMkLst>
          <pc:docMk/>
          <pc:sldMk cId="3563036800" sldId="260"/>
        </pc:sldMkLst>
        <pc:spChg chg="mod topLvl">
          <ac:chgData name=". ." userId="306759d044d43394" providerId="LiveId" clId="{5D5EE643-3F72-463A-BEE7-D88B4D7B6A6D}" dt="2026-05-09T15:44:44.817" v="357" actId="164"/>
          <ac:spMkLst>
            <pc:docMk/>
            <pc:sldMk cId="3563036800" sldId="260"/>
            <ac:spMk id="4" creationId="{25BEB7E8-4502-5C25-7EF8-363B67B08597}"/>
          </ac:spMkLst>
        </pc:spChg>
        <pc:spChg chg="mod topLvl">
          <ac:chgData name=". ." userId="306759d044d43394" providerId="LiveId" clId="{5D5EE643-3F72-463A-BEE7-D88B4D7B6A6D}" dt="2026-05-09T15:44:44.817" v="357" actId="164"/>
          <ac:spMkLst>
            <pc:docMk/>
            <pc:sldMk cId="3563036800" sldId="260"/>
            <ac:spMk id="6" creationId="{D6508012-1490-37E3-E1E3-85F9FC9F5DE7}"/>
          </ac:spMkLst>
        </pc:spChg>
        <pc:spChg chg="mod">
          <ac:chgData name=". ." userId="306759d044d43394" providerId="LiveId" clId="{5D5EE643-3F72-463A-BEE7-D88B4D7B6A6D}" dt="2026-05-09T15:29:38.612" v="183"/>
          <ac:spMkLst>
            <pc:docMk/>
            <pc:sldMk cId="3563036800" sldId="260"/>
            <ac:spMk id="8" creationId="{99568A13-368F-EB39-2E80-254B55048F71}"/>
          </ac:spMkLst>
        </pc:spChg>
        <pc:spChg chg="mod">
          <ac:chgData name=". ." userId="306759d044d43394" providerId="LiveId" clId="{5D5EE643-3F72-463A-BEE7-D88B4D7B6A6D}" dt="2026-05-09T15:29:38.612" v="183"/>
          <ac:spMkLst>
            <pc:docMk/>
            <pc:sldMk cId="3563036800" sldId="260"/>
            <ac:spMk id="9" creationId="{972FCE0D-98B1-C97E-F9A5-5119E788B1C5}"/>
          </ac:spMkLst>
        </pc:spChg>
        <pc:spChg chg="mod">
          <ac:chgData name=". ." userId="306759d044d43394" providerId="LiveId" clId="{5D5EE643-3F72-463A-BEE7-D88B4D7B6A6D}" dt="2026-05-09T15:29:38.612" v="183"/>
          <ac:spMkLst>
            <pc:docMk/>
            <pc:sldMk cId="3563036800" sldId="260"/>
            <ac:spMk id="10" creationId="{FAE71ECB-C834-A7BB-9239-855E08B5C0E2}"/>
          </ac:spMkLst>
        </pc:spChg>
        <pc:spChg chg="del">
          <ac:chgData name=". ." userId="306759d044d43394" providerId="LiveId" clId="{5D5EE643-3F72-463A-BEE7-D88B4D7B6A6D}" dt="2026-05-09T15:22:33.345" v="160" actId="478"/>
          <ac:spMkLst>
            <pc:docMk/>
            <pc:sldMk cId="3563036800" sldId="260"/>
            <ac:spMk id="11" creationId="{68777B78-890F-332E-77AB-CCA3DC6998E3}"/>
          </ac:spMkLst>
        </pc:spChg>
        <pc:spChg chg="del">
          <ac:chgData name=". ." userId="306759d044d43394" providerId="LiveId" clId="{5D5EE643-3F72-463A-BEE7-D88B4D7B6A6D}" dt="2026-05-09T15:22:30.332" v="159" actId="478"/>
          <ac:spMkLst>
            <pc:docMk/>
            <pc:sldMk cId="3563036800" sldId="260"/>
            <ac:spMk id="13" creationId="{B270B4C8-E6F8-D5E1-92CE-291953329278}"/>
          </ac:spMkLst>
        </pc:spChg>
        <pc:spChg chg="del">
          <ac:chgData name=". ." userId="306759d044d43394" providerId="LiveId" clId="{5D5EE643-3F72-463A-BEE7-D88B4D7B6A6D}" dt="2026-05-09T15:22:30.332" v="159" actId="478"/>
          <ac:spMkLst>
            <pc:docMk/>
            <pc:sldMk cId="3563036800" sldId="260"/>
            <ac:spMk id="14" creationId="{8A168B59-FC08-8A4E-B8F0-E2E1A9D476D1}"/>
          </ac:spMkLst>
        </pc:spChg>
        <pc:spChg chg="del">
          <ac:chgData name=". ." userId="306759d044d43394" providerId="LiveId" clId="{5D5EE643-3F72-463A-BEE7-D88B4D7B6A6D}" dt="2026-05-09T15:22:30.332" v="159" actId="478"/>
          <ac:spMkLst>
            <pc:docMk/>
            <pc:sldMk cId="3563036800" sldId="260"/>
            <ac:spMk id="15" creationId="{02C77566-42A5-4C2C-63F5-FB8830A724C0}"/>
          </ac:spMkLst>
        </pc:spChg>
        <pc:spChg chg="del">
          <ac:chgData name=". ." userId="306759d044d43394" providerId="LiveId" clId="{5D5EE643-3F72-463A-BEE7-D88B4D7B6A6D}" dt="2026-05-09T15:22:30.332" v="159" actId="478"/>
          <ac:spMkLst>
            <pc:docMk/>
            <pc:sldMk cId="3563036800" sldId="260"/>
            <ac:spMk id="16" creationId="{2230886C-DC79-450B-4983-6B3695CA636D}"/>
          </ac:spMkLst>
        </pc:spChg>
        <pc:spChg chg="del">
          <ac:chgData name=". ." userId="306759d044d43394" providerId="LiveId" clId="{5D5EE643-3F72-463A-BEE7-D88B4D7B6A6D}" dt="2026-05-09T15:22:30.332" v="159" actId="478"/>
          <ac:spMkLst>
            <pc:docMk/>
            <pc:sldMk cId="3563036800" sldId="260"/>
            <ac:spMk id="17" creationId="{F725A2B8-288A-6605-3381-9A92A8439848}"/>
          </ac:spMkLst>
        </pc:spChg>
        <pc:spChg chg="del">
          <ac:chgData name=". ." userId="306759d044d43394" providerId="LiveId" clId="{5D5EE643-3F72-463A-BEE7-D88B4D7B6A6D}" dt="2026-05-09T15:22:33.345" v="160" actId="478"/>
          <ac:spMkLst>
            <pc:docMk/>
            <pc:sldMk cId="3563036800" sldId="260"/>
            <ac:spMk id="18" creationId="{B50A9CDA-333D-2F92-1D71-236EAC62704E}"/>
          </ac:spMkLst>
        </pc:spChg>
        <pc:spChg chg="mod topLvl">
          <ac:chgData name=". ." userId="306759d044d43394" providerId="LiveId" clId="{5D5EE643-3F72-463A-BEE7-D88B4D7B6A6D}" dt="2026-05-09T15:44:28.353" v="355" actId="1076"/>
          <ac:spMkLst>
            <pc:docMk/>
            <pc:sldMk cId="3563036800" sldId="260"/>
            <ac:spMk id="19" creationId="{36BCDDD6-811B-3976-2B83-D1CF8C62680C}"/>
          </ac:spMkLst>
        </pc:spChg>
        <pc:spChg chg="del">
          <ac:chgData name=". ." userId="306759d044d43394" providerId="LiveId" clId="{5D5EE643-3F72-463A-BEE7-D88B4D7B6A6D}" dt="2026-05-09T15:22:30.332" v="159" actId="478"/>
          <ac:spMkLst>
            <pc:docMk/>
            <pc:sldMk cId="3563036800" sldId="260"/>
            <ac:spMk id="22" creationId="{1C472414-0753-B33B-DFB8-95399516E4D3}"/>
          </ac:spMkLst>
        </pc:spChg>
        <pc:spChg chg="del">
          <ac:chgData name=". ." userId="306759d044d43394" providerId="LiveId" clId="{5D5EE643-3F72-463A-BEE7-D88B4D7B6A6D}" dt="2026-05-09T15:22:30.332" v="159" actId="478"/>
          <ac:spMkLst>
            <pc:docMk/>
            <pc:sldMk cId="3563036800" sldId="260"/>
            <ac:spMk id="23" creationId="{7289A504-A7BE-7AC2-8388-11C6E078457D}"/>
          </ac:spMkLst>
        </pc:spChg>
        <pc:spChg chg="del">
          <ac:chgData name=". ." userId="306759d044d43394" providerId="LiveId" clId="{5D5EE643-3F72-463A-BEE7-D88B4D7B6A6D}" dt="2026-05-09T15:22:30.332" v="159" actId="478"/>
          <ac:spMkLst>
            <pc:docMk/>
            <pc:sldMk cId="3563036800" sldId="260"/>
            <ac:spMk id="24" creationId="{B4EF8C50-4B43-1B1B-A1C8-555BC3986438}"/>
          </ac:spMkLst>
        </pc:spChg>
        <pc:spChg chg="del">
          <ac:chgData name=". ." userId="306759d044d43394" providerId="LiveId" clId="{5D5EE643-3F72-463A-BEE7-D88B4D7B6A6D}" dt="2026-05-09T15:22:30.332" v="159" actId="478"/>
          <ac:spMkLst>
            <pc:docMk/>
            <pc:sldMk cId="3563036800" sldId="260"/>
            <ac:spMk id="25" creationId="{2C63E96E-0739-260F-5685-624A81A8A511}"/>
          </ac:spMkLst>
        </pc:spChg>
        <pc:spChg chg="del">
          <ac:chgData name=". ." userId="306759d044d43394" providerId="LiveId" clId="{5D5EE643-3F72-463A-BEE7-D88B4D7B6A6D}" dt="2026-05-09T15:22:30.332" v="159" actId="478"/>
          <ac:spMkLst>
            <pc:docMk/>
            <pc:sldMk cId="3563036800" sldId="260"/>
            <ac:spMk id="26" creationId="{20C35A03-28C1-9717-BA7D-C2877CEFB1A7}"/>
          </ac:spMkLst>
        </pc:spChg>
        <pc:spChg chg="mod">
          <ac:chgData name=". ." userId="306759d044d43394" providerId="LiveId" clId="{5D5EE643-3F72-463A-BEE7-D88B4D7B6A6D}" dt="2026-05-09T15:29:54.932" v="185"/>
          <ac:spMkLst>
            <pc:docMk/>
            <pc:sldMk cId="3563036800" sldId="260"/>
            <ac:spMk id="31" creationId="{241C96DE-293E-9FED-3EBF-D56309B428A4}"/>
          </ac:spMkLst>
        </pc:spChg>
        <pc:spChg chg="mod">
          <ac:chgData name=". ." userId="306759d044d43394" providerId="LiveId" clId="{5D5EE643-3F72-463A-BEE7-D88B4D7B6A6D}" dt="2026-05-09T15:29:54.932" v="185"/>
          <ac:spMkLst>
            <pc:docMk/>
            <pc:sldMk cId="3563036800" sldId="260"/>
            <ac:spMk id="34" creationId="{64311C50-29AB-EEA3-C6C2-420E84A6C03F}"/>
          </ac:spMkLst>
        </pc:spChg>
        <pc:spChg chg="add mod">
          <ac:chgData name=". ." userId="306759d044d43394" providerId="LiveId" clId="{5D5EE643-3F72-463A-BEE7-D88B4D7B6A6D}" dt="2026-05-09T15:43:50.792" v="346" actId="368"/>
          <ac:spMkLst>
            <pc:docMk/>
            <pc:sldMk cId="3563036800" sldId="260"/>
            <ac:spMk id="35" creationId="{B123CD39-6A44-7B26-4040-1E6705F5DE34}"/>
          </ac:spMkLst>
        </pc:spChg>
        <pc:spChg chg="add mod">
          <ac:chgData name=". ." userId="306759d044d43394" providerId="LiveId" clId="{5D5EE643-3F72-463A-BEE7-D88B4D7B6A6D}" dt="2026-05-09T15:43:50.792" v="346" actId="368"/>
          <ac:spMkLst>
            <pc:docMk/>
            <pc:sldMk cId="3563036800" sldId="260"/>
            <ac:spMk id="36" creationId="{A8C3038D-CD75-2A10-0AE5-B8E2F77B6E03}"/>
          </ac:spMkLst>
        </pc:spChg>
        <pc:spChg chg="add mod">
          <ac:chgData name=". ." userId="306759d044d43394" providerId="LiveId" clId="{5D5EE643-3F72-463A-BEE7-D88B4D7B6A6D}" dt="2026-05-09T15:43:50.792" v="346" actId="368"/>
          <ac:spMkLst>
            <pc:docMk/>
            <pc:sldMk cId="3563036800" sldId="260"/>
            <ac:spMk id="37" creationId="{78DF5B3C-7250-FE8D-9164-4679DB5DC8E3}"/>
          </ac:spMkLst>
        </pc:spChg>
        <pc:spChg chg="mod">
          <ac:chgData name=". ." userId="306759d044d43394" providerId="LiveId" clId="{5D5EE643-3F72-463A-BEE7-D88B4D7B6A6D}" dt="2026-05-09T15:43:50.792" v="346" actId="368"/>
          <ac:spMkLst>
            <pc:docMk/>
            <pc:sldMk cId="3563036800" sldId="260"/>
            <ac:spMk id="40" creationId="{5C63B418-06D8-2389-0B4F-687555B95C06}"/>
          </ac:spMkLst>
        </pc:spChg>
        <pc:spChg chg="mod">
          <ac:chgData name=". ." userId="306759d044d43394" providerId="LiveId" clId="{5D5EE643-3F72-463A-BEE7-D88B4D7B6A6D}" dt="2026-05-09T15:43:50.792" v="346" actId="368"/>
          <ac:spMkLst>
            <pc:docMk/>
            <pc:sldMk cId="3563036800" sldId="260"/>
            <ac:spMk id="41" creationId="{C03E2B6E-73B4-4B73-4136-2536F62742EF}"/>
          </ac:spMkLst>
        </pc:spChg>
        <pc:spChg chg="mod">
          <ac:chgData name=". ." userId="306759d044d43394" providerId="LiveId" clId="{5D5EE643-3F72-463A-BEE7-D88B4D7B6A6D}" dt="2026-05-09T15:43:50.792" v="346" actId="368"/>
          <ac:spMkLst>
            <pc:docMk/>
            <pc:sldMk cId="3563036800" sldId="260"/>
            <ac:spMk id="42" creationId="{88A017AC-3818-CAC4-156B-0CFC93D06496}"/>
          </ac:spMkLst>
        </pc:spChg>
        <pc:spChg chg="mod">
          <ac:chgData name=". ." userId="306759d044d43394" providerId="LiveId" clId="{5D5EE643-3F72-463A-BEE7-D88B4D7B6A6D}" dt="2026-05-09T15:43:50.792" v="346" actId="368"/>
          <ac:spMkLst>
            <pc:docMk/>
            <pc:sldMk cId="3563036800" sldId="260"/>
            <ac:spMk id="44" creationId="{6F45CA7C-C566-F9F2-80D9-455B3B2D9824}"/>
          </ac:spMkLst>
        </pc:spChg>
        <pc:spChg chg="mod">
          <ac:chgData name=". ." userId="306759d044d43394" providerId="LiveId" clId="{5D5EE643-3F72-463A-BEE7-D88B4D7B6A6D}" dt="2026-05-09T15:43:50.792" v="346" actId="368"/>
          <ac:spMkLst>
            <pc:docMk/>
            <pc:sldMk cId="3563036800" sldId="260"/>
            <ac:spMk id="45" creationId="{CC7096C7-73C7-96CD-A64F-A54688F0A0C8}"/>
          </ac:spMkLst>
        </pc:spChg>
        <pc:spChg chg="mod">
          <ac:chgData name=". ." userId="306759d044d43394" providerId="LiveId" clId="{5D5EE643-3F72-463A-BEE7-D88B4D7B6A6D}" dt="2026-05-09T15:43:50.792" v="346" actId="368"/>
          <ac:spMkLst>
            <pc:docMk/>
            <pc:sldMk cId="3563036800" sldId="260"/>
            <ac:spMk id="46" creationId="{D13F4F2D-B31B-F2A3-14FC-91FA4681E2E2}"/>
          </ac:spMkLst>
        </pc:spChg>
        <pc:spChg chg="mod">
          <ac:chgData name=". ." userId="306759d044d43394" providerId="LiveId" clId="{5D5EE643-3F72-463A-BEE7-D88B4D7B6A6D}" dt="2026-05-09T15:43:55.832" v="348"/>
          <ac:spMkLst>
            <pc:docMk/>
            <pc:sldMk cId="3563036800" sldId="260"/>
            <ac:spMk id="48" creationId="{B123CD39-6A44-7B26-4040-1E6705F5DE34}"/>
          </ac:spMkLst>
        </pc:spChg>
        <pc:spChg chg="mod">
          <ac:chgData name=". ." userId="306759d044d43394" providerId="LiveId" clId="{5D5EE643-3F72-463A-BEE7-D88B4D7B6A6D}" dt="2026-05-09T15:43:55.832" v="348"/>
          <ac:spMkLst>
            <pc:docMk/>
            <pc:sldMk cId="3563036800" sldId="260"/>
            <ac:spMk id="49" creationId="{A8C3038D-CD75-2A10-0AE5-B8E2F77B6E03}"/>
          </ac:spMkLst>
        </pc:spChg>
        <pc:spChg chg="mod">
          <ac:chgData name=". ." userId="306759d044d43394" providerId="LiveId" clId="{5D5EE643-3F72-463A-BEE7-D88B4D7B6A6D}" dt="2026-05-09T15:43:55.832" v="348"/>
          <ac:spMkLst>
            <pc:docMk/>
            <pc:sldMk cId="3563036800" sldId="260"/>
            <ac:spMk id="50" creationId="{78DF5B3C-7250-FE8D-9164-4679DB5DC8E3}"/>
          </ac:spMkLst>
        </pc:spChg>
        <pc:spChg chg="mod">
          <ac:chgData name=". ." userId="306759d044d43394" providerId="LiveId" clId="{5D5EE643-3F72-463A-BEE7-D88B4D7B6A6D}" dt="2026-05-09T15:43:55.832" v="348"/>
          <ac:spMkLst>
            <pc:docMk/>
            <pc:sldMk cId="3563036800" sldId="260"/>
            <ac:spMk id="52" creationId="{5C63B418-06D8-2389-0B4F-687555B95C06}"/>
          </ac:spMkLst>
        </pc:spChg>
        <pc:spChg chg="mod">
          <ac:chgData name=". ." userId="306759d044d43394" providerId="LiveId" clId="{5D5EE643-3F72-463A-BEE7-D88B4D7B6A6D}" dt="2026-05-09T15:43:55.832" v="348"/>
          <ac:spMkLst>
            <pc:docMk/>
            <pc:sldMk cId="3563036800" sldId="260"/>
            <ac:spMk id="53" creationId="{C03E2B6E-73B4-4B73-4136-2536F62742EF}"/>
          </ac:spMkLst>
        </pc:spChg>
        <pc:spChg chg="mod">
          <ac:chgData name=". ." userId="306759d044d43394" providerId="LiveId" clId="{5D5EE643-3F72-463A-BEE7-D88B4D7B6A6D}" dt="2026-05-09T15:43:55.832" v="348"/>
          <ac:spMkLst>
            <pc:docMk/>
            <pc:sldMk cId="3563036800" sldId="260"/>
            <ac:spMk id="54" creationId="{88A017AC-3818-CAC4-156B-0CFC93D06496}"/>
          </ac:spMkLst>
        </pc:spChg>
        <pc:spChg chg="mod">
          <ac:chgData name=". ." userId="306759d044d43394" providerId="LiveId" clId="{5D5EE643-3F72-463A-BEE7-D88B4D7B6A6D}" dt="2026-05-09T15:43:55.832" v="348"/>
          <ac:spMkLst>
            <pc:docMk/>
            <pc:sldMk cId="3563036800" sldId="260"/>
            <ac:spMk id="56" creationId="{6F45CA7C-C566-F9F2-80D9-455B3B2D9824}"/>
          </ac:spMkLst>
        </pc:spChg>
        <pc:spChg chg="mod">
          <ac:chgData name=". ." userId="306759d044d43394" providerId="LiveId" clId="{5D5EE643-3F72-463A-BEE7-D88B4D7B6A6D}" dt="2026-05-09T15:43:55.832" v="348"/>
          <ac:spMkLst>
            <pc:docMk/>
            <pc:sldMk cId="3563036800" sldId="260"/>
            <ac:spMk id="57" creationId="{CC7096C7-73C7-96CD-A64F-A54688F0A0C8}"/>
          </ac:spMkLst>
        </pc:spChg>
        <pc:spChg chg="mod">
          <ac:chgData name=". ." userId="306759d044d43394" providerId="LiveId" clId="{5D5EE643-3F72-463A-BEE7-D88B4D7B6A6D}" dt="2026-05-09T15:43:55.832" v="348"/>
          <ac:spMkLst>
            <pc:docMk/>
            <pc:sldMk cId="3563036800" sldId="260"/>
            <ac:spMk id="58" creationId="{D13F4F2D-B31B-F2A3-14FC-91FA4681E2E2}"/>
          </ac:spMkLst>
        </pc:spChg>
        <pc:spChg chg="mod">
          <ac:chgData name=". ." userId="306759d044d43394" providerId="LiveId" clId="{5D5EE643-3F72-463A-BEE7-D88B4D7B6A6D}" dt="2026-05-09T15:44:53.348" v="359"/>
          <ac:spMkLst>
            <pc:docMk/>
            <pc:sldMk cId="3563036800" sldId="260"/>
            <ac:spMk id="61" creationId="{22B5A72E-E713-F264-0F6A-A38534ED8DBC}"/>
          </ac:spMkLst>
        </pc:spChg>
        <pc:spChg chg="mod">
          <ac:chgData name=". ." userId="306759d044d43394" providerId="LiveId" clId="{5D5EE643-3F72-463A-BEE7-D88B4D7B6A6D}" dt="2026-05-09T15:44:53.348" v="359"/>
          <ac:spMkLst>
            <pc:docMk/>
            <pc:sldMk cId="3563036800" sldId="260"/>
            <ac:spMk id="62" creationId="{86C1E988-87F0-7610-2852-46A5B5479E02}"/>
          </ac:spMkLst>
        </pc:spChg>
        <pc:spChg chg="mod">
          <ac:chgData name=". ." userId="306759d044d43394" providerId="LiveId" clId="{5D5EE643-3F72-463A-BEE7-D88B4D7B6A6D}" dt="2026-05-09T15:59:20.883" v="478" actId="1076"/>
          <ac:spMkLst>
            <pc:docMk/>
            <pc:sldMk cId="3563036800" sldId="260"/>
            <ac:spMk id="63" creationId="{52DEAFDD-4D40-1DE6-CB7E-AE465D3D8482}"/>
          </ac:spMkLst>
        </pc:spChg>
        <pc:spChg chg="mod">
          <ac:chgData name=". ." userId="306759d044d43394" providerId="LiveId" clId="{5D5EE643-3F72-463A-BEE7-D88B4D7B6A6D}" dt="2026-05-09T15:44:53.348" v="359"/>
          <ac:spMkLst>
            <pc:docMk/>
            <pc:sldMk cId="3563036800" sldId="260"/>
            <ac:spMk id="65" creationId="{0F10FD7E-2417-9938-8DD9-1E1D7086C79C}"/>
          </ac:spMkLst>
        </pc:spChg>
        <pc:spChg chg="mod">
          <ac:chgData name=". ." userId="306759d044d43394" providerId="LiveId" clId="{5D5EE643-3F72-463A-BEE7-D88B4D7B6A6D}" dt="2026-05-09T15:44:53.348" v="359"/>
          <ac:spMkLst>
            <pc:docMk/>
            <pc:sldMk cId="3563036800" sldId="260"/>
            <ac:spMk id="66" creationId="{4EBD3E61-BA24-F542-4009-9A8FFB489840}"/>
          </ac:spMkLst>
        </pc:spChg>
        <pc:spChg chg="mod">
          <ac:chgData name=". ." userId="306759d044d43394" providerId="LiveId" clId="{5D5EE643-3F72-463A-BEE7-D88B4D7B6A6D}" dt="2026-05-09T15:44:53.348" v="359"/>
          <ac:spMkLst>
            <pc:docMk/>
            <pc:sldMk cId="3563036800" sldId="260"/>
            <ac:spMk id="67" creationId="{3611F0DC-2884-A1E3-B0A2-80A7645B886F}"/>
          </ac:spMkLst>
        </pc:spChg>
        <pc:spChg chg="mod">
          <ac:chgData name=". ." userId="306759d044d43394" providerId="LiveId" clId="{5D5EE643-3F72-463A-BEE7-D88B4D7B6A6D}" dt="2026-05-09T15:44:53.348" v="359"/>
          <ac:spMkLst>
            <pc:docMk/>
            <pc:sldMk cId="3563036800" sldId="260"/>
            <ac:spMk id="69" creationId="{8EFB94EE-B451-A633-3E8F-5E31C3FAFE6F}"/>
          </ac:spMkLst>
        </pc:spChg>
        <pc:spChg chg="mod">
          <ac:chgData name=". ." userId="306759d044d43394" providerId="LiveId" clId="{5D5EE643-3F72-463A-BEE7-D88B4D7B6A6D}" dt="2026-05-09T15:44:53.348" v="359"/>
          <ac:spMkLst>
            <pc:docMk/>
            <pc:sldMk cId="3563036800" sldId="260"/>
            <ac:spMk id="70" creationId="{CDEE44EB-6AA7-1DFA-C5F4-7935414E8B0E}"/>
          </ac:spMkLst>
        </pc:spChg>
        <pc:spChg chg="mod">
          <ac:chgData name=". ." userId="306759d044d43394" providerId="LiveId" clId="{5D5EE643-3F72-463A-BEE7-D88B4D7B6A6D}" dt="2026-05-09T15:44:53.348" v="359"/>
          <ac:spMkLst>
            <pc:docMk/>
            <pc:sldMk cId="3563036800" sldId="260"/>
            <ac:spMk id="71" creationId="{786A6338-BB38-668C-562E-CF1047D8600E}"/>
          </ac:spMkLst>
        </pc:spChg>
        <pc:spChg chg="mod">
          <ac:chgData name=". ." userId="306759d044d43394" providerId="LiveId" clId="{5D5EE643-3F72-463A-BEE7-D88B4D7B6A6D}" dt="2026-05-09T15:45:11.067" v="363"/>
          <ac:spMkLst>
            <pc:docMk/>
            <pc:sldMk cId="3563036800" sldId="260"/>
            <ac:spMk id="73" creationId="{0F10FD7E-2417-9938-8DD9-1E1D7086C79C}"/>
          </ac:spMkLst>
        </pc:spChg>
        <pc:spChg chg="mod">
          <ac:chgData name=". ." userId="306759d044d43394" providerId="LiveId" clId="{5D5EE643-3F72-463A-BEE7-D88B4D7B6A6D}" dt="2026-05-09T15:45:11.067" v="363"/>
          <ac:spMkLst>
            <pc:docMk/>
            <pc:sldMk cId="3563036800" sldId="260"/>
            <ac:spMk id="74" creationId="{4EBD3E61-BA24-F542-4009-9A8FFB489840}"/>
          </ac:spMkLst>
        </pc:spChg>
        <pc:spChg chg="mod">
          <ac:chgData name=". ." userId="306759d044d43394" providerId="LiveId" clId="{5D5EE643-3F72-463A-BEE7-D88B4D7B6A6D}" dt="2026-05-09T15:45:11.067" v="363"/>
          <ac:spMkLst>
            <pc:docMk/>
            <pc:sldMk cId="3563036800" sldId="260"/>
            <ac:spMk id="75" creationId="{3611F0DC-2884-A1E3-B0A2-80A7645B886F}"/>
          </ac:spMkLst>
        </pc:spChg>
        <pc:spChg chg="mod">
          <ac:chgData name=". ." userId="306759d044d43394" providerId="LiveId" clId="{5D5EE643-3F72-463A-BEE7-D88B4D7B6A6D}" dt="2026-05-09T15:45:11.067" v="363"/>
          <ac:spMkLst>
            <pc:docMk/>
            <pc:sldMk cId="3563036800" sldId="260"/>
            <ac:spMk id="77" creationId="{8EFB94EE-B451-A633-3E8F-5E31C3FAFE6F}"/>
          </ac:spMkLst>
        </pc:spChg>
        <pc:spChg chg="mod">
          <ac:chgData name=". ." userId="306759d044d43394" providerId="LiveId" clId="{5D5EE643-3F72-463A-BEE7-D88B4D7B6A6D}" dt="2026-05-09T15:45:11.067" v="363"/>
          <ac:spMkLst>
            <pc:docMk/>
            <pc:sldMk cId="3563036800" sldId="260"/>
            <ac:spMk id="78" creationId="{CDEE44EB-6AA7-1DFA-C5F4-7935414E8B0E}"/>
          </ac:spMkLst>
        </pc:spChg>
        <pc:spChg chg="mod">
          <ac:chgData name=". ." userId="306759d044d43394" providerId="LiveId" clId="{5D5EE643-3F72-463A-BEE7-D88B4D7B6A6D}" dt="2026-05-10T18:26:18.842" v="1962" actId="20577"/>
          <ac:spMkLst>
            <pc:docMk/>
            <pc:sldMk cId="3563036800" sldId="260"/>
            <ac:spMk id="79" creationId="{786A6338-BB38-668C-562E-CF1047D8600E}"/>
          </ac:spMkLst>
        </pc:spChg>
        <pc:spChg chg="mod">
          <ac:chgData name=". ." userId="306759d044d43394" providerId="LiveId" clId="{5D5EE643-3F72-463A-BEE7-D88B4D7B6A6D}" dt="2026-05-09T15:45:20.716" v="366"/>
          <ac:spMkLst>
            <pc:docMk/>
            <pc:sldMk cId="3563036800" sldId="260"/>
            <ac:spMk id="81" creationId="{0F10FD7E-2417-9938-8DD9-1E1D7086C79C}"/>
          </ac:spMkLst>
        </pc:spChg>
        <pc:spChg chg="mod">
          <ac:chgData name=". ." userId="306759d044d43394" providerId="LiveId" clId="{5D5EE643-3F72-463A-BEE7-D88B4D7B6A6D}" dt="2026-05-09T15:45:20.716" v="366"/>
          <ac:spMkLst>
            <pc:docMk/>
            <pc:sldMk cId="3563036800" sldId="260"/>
            <ac:spMk id="82" creationId="{4EBD3E61-BA24-F542-4009-9A8FFB489840}"/>
          </ac:spMkLst>
        </pc:spChg>
        <pc:spChg chg="mod">
          <ac:chgData name=". ." userId="306759d044d43394" providerId="LiveId" clId="{5D5EE643-3F72-463A-BEE7-D88B4D7B6A6D}" dt="2026-05-10T18:36:37.860" v="1975" actId="20577"/>
          <ac:spMkLst>
            <pc:docMk/>
            <pc:sldMk cId="3563036800" sldId="260"/>
            <ac:spMk id="83" creationId="{3611F0DC-2884-A1E3-B0A2-80A7645B886F}"/>
          </ac:spMkLst>
        </pc:spChg>
        <pc:spChg chg="mod">
          <ac:chgData name=". ." userId="306759d044d43394" providerId="LiveId" clId="{5D5EE643-3F72-463A-BEE7-D88B4D7B6A6D}" dt="2026-05-09T16:30:14.818" v="728"/>
          <ac:spMkLst>
            <pc:docMk/>
            <pc:sldMk cId="3563036800" sldId="260"/>
            <ac:spMk id="86" creationId="{17ABBA7C-0B27-B119-9C84-C26350F5F9C6}"/>
          </ac:spMkLst>
        </pc:spChg>
        <pc:spChg chg="mod">
          <ac:chgData name=". ." userId="306759d044d43394" providerId="LiveId" clId="{5D5EE643-3F72-463A-BEE7-D88B4D7B6A6D}" dt="2026-05-09T16:31:09.623" v="1026" actId="1076"/>
          <ac:spMkLst>
            <pc:docMk/>
            <pc:sldMk cId="3563036800" sldId="260"/>
            <ac:spMk id="91" creationId="{3C327035-13D5-27CA-1BBA-8118D064811F}"/>
          </ac:spMkLst>
        </pc:spChg>
        <pc:spChg chg="mod">
          <ac:chgData name=". ." userId="306759d044d43394" providerId="LiveId" clId="{5D5EE643-3F72-463A-BEE7-D88B4D7B6A6D}" dt="2026-05-09T16:30:14.818" v="728"/>
          <ac:spMkLst>
            <pc:docMk/>
            <pc:sldMk cId="3563036800" sldId="260"/>
            <ac:spMk id="92" creationId="{347AF588-46B7-E0EA-6E7F-683F5962AAD6}"/>
          </ac:spMkLst>
        </pc:spChg>
        <pc:spChg chg="mod">
          <ac:chgData name=". ." userId="306759d044d43394" providerId="LiveId" clId="{5D5EE643-3F72-463A-BEE7-D88B4D7B6A6D}" dt="2026-05-09T16:30:14.818" v="728"/>
          <ac:spMkLst>
            <pc:docMk/>
            <pc:sldMk cId="3563036800" sldId="260"/>
            <ac:spMk id="93" creationId="{825C5B15-33D0-5057-BA65-C66E037B88C9}"/>
          </ac:spMkLst>
        </pc:spChg>
        <pc:spChg chg="mod">
          <ac:chgData name=". ." userId="306759d044d43394" providerId="LiveId" clId="{5D5EE643-3F72-463A-BEE7-D88B4D7B6A6D}" dt="2026-05-09T16:30:14.818" v="728"/>
          <ac:spMkLst>
            <pc:docMk/>
            <pc:sldMk cId="3563036800" sldId="260"/>
            <ac:spMk id="95" creationId="{21B9F927-5193-E326-1067-05B9EA33DD56}"/>
          </ac:spMkLst>
        </pc:spChg>
        <pc:spChg chg="mod">
          <ac:chgData name=". ." userId="306759d044d43394" providerId="LiveId" clId="{5D5EE643-3F72-463A-BEE7-D88B4D7B6A6D}" dt="2026-05-10T18:38:41.042" v="1984" actId="20577"/>
          <ac:spMkLst>
            <pc:docMk/>
            <pc:sldMk cId="3563036800" sldId="260"/>
            <ac:spMk id="97" creationId="{7E5A5A92-402B-5CBA-D353-FD1812E3C5C5}"/>
          </ac:spMkLst>
        </pc:spChg>
        <pc:spChg chg="mod">
          <ac:chgData name=". ." userId="306759d044d43394" providerId="LiveId" clId="{5D5EE643-3F72-463A-BEE7-D88B4D7B6A6D}" dt="2026-05-09T16:30:14.818" v="728"/>
          <ac:spMkLst>
            <pc:docMk/>
            <pc:sldMk cId="3563036800" sldId="260"/>
            <ac:spMk id="99" creationId="{44663D46-7BB8-12D5-7C4E-B51443D59AB0}"/>
          </ac:spMkLst>
        </pc:spChg>
        <pc:spChg chg="mod">
          <ac:chgData name=". ." userId="306759d044d43394" providerId="LiveId" clId="{5D5EE643-3F72-463A-BEE7-D88B4D7B6A6D}" dt="2026-05-09T16:30:14.818" v="728"/>
          <ac:spMkLst>
            <pc:docMk/>
            <pc:sldMk cId="3563036800" sldId="260"/>
            <ac:spMk id="100" creationId="{F055B0A0-83B8-55CB-6DD8-27AE96943B09}"/>
          </ac:spMkLst>
        </pc:spChg>
        <pc:spChg chg="mod">
          <ac:chgData name=". ." userId="306759d044d43394" providerId="LiveId" clId="{5D5EE643-3F72-463A-BEE7-D88B4D7B6A6D}" dt="2026-05-10T18:40:28.581" v="1994" actId="20577"/>
          <ac:spMkLst>
            <pc:docMk/>
            <pc:sldMk cId="3563036800" sldId="260"/>
            <ac:spMk id="101" creationId="{6269AB74-3931-745F-514A-CF1ABC434F73}"/>
          </ac:spMkLst>
        </pc:spChg>
        <pc:spChg chg="mod">
          <ac:chgData name=". ." userId="306759d044d43394" providerId="LiveId" clId="{5D5EE643-3F72-463A-BEE7-D88B4D7B6A6D}" dt="2026-05-09T16:30:14.818" v="728"/>
          <ac:spMkLst>
            <pc:docMk/>
            <pc:sldMk cId="3563036800" sldId="260"/>
            <ac:spMk id="103" creationId="{269D9673-D876-13BC-E780-9B0925C2CED4}"/>
          </ac:spMkLst>
        </pc:spChg>
        <pc:spChg chg="mod">
          <ac:chgData name=". ." userId="306759d044d43394" providerId="LiveId" clId="{5D5EE643-3F72-463A-BEE7-D88B4D7B6A6D}" dt="2026-05-09T16:30:14.818" v="728"/>
          <ac:spMkLst>
            <pc:docMk/>
            <pc:sldMk cId="3563036800" sldId="260"/>
            <ac:spMk id="104" creationId="{6DB01B0C-A60B-48FA-DD7E-F77CE9A0C78C}"/>
          </ac:spMkLst>
        </pc:spChg>
        <pc:grpChg chg="add mod">
          <ac:chgData name=". ." userId="306759d044d43394" providerId="LiveId" clId="{5D5EE643-3F72-463A-BEE7-D88B4D7B6A6D}" dt="2026-05-09T15:29:43.299" v="184" actId="1076"/>
          <ac:grpSpMkLst>
            <pc:docMk/>
            <pc:sldMk cId="3563036800" sldId="260"/>
            <ac:grpSpMk id="7" creationId="{76B1905D-6D1C-9118-9D00-855E3CDCDD81}"/>
          </ac:grpSpMkLst>
        </pc:grpChg>
        <pc:grpChg chg="add mod">
          <ac:chgData name=". ." userId="306759d044d43394" providerId="LiveId" clId="{5D5EE643-3F72-463A-BEE7-D88B4D7B6A6D}" dt="2026-05-09T15:29:54.932" v="185"/>
          <ac:grpSpMkLst>
            <pc:docMk/>
            <pc:sldMk cId="3563036800" sldId="260"/>
            <ac:grpSpMk id="12" creationId="{BA7E4391-7FD2-83A2-489F-B2EEC5A3545A}"/>
          </ac:grpSpMkLst>
        </pc:grpChg>
        <pc:grpChg chg="del mod">
          <ac:chgData name=". ." userId="306759d044d43394" providerId="LiveId" clId="{5D5EE643-3F72-463A-BEE7-D88B4D7B6A6D}" dt="2026-05-09T15:44:25.545" v="354" actId="165"/>
          <ac:grpSpMkLst>
            <pc:docMk/>
            <pc:sldMk cId="3563036800" sldId="260"/>
            <ac:grpSpMk id="28" creationId="{EC76AF13-AB32-2AA3-BE88-9321BEC7EAE5}"/>
          </ac:grpSpMkLst>
        </pc:grpChg>
        <pc:grpChg chg="del mod">
          <ac:chgData name=". ." userId="306759d044d43394" providerId="LiveId" clId="{5D5EE643-3F72-463A-BEE7-D88B4D7B6A6D}" dt="2026-05-09T15:30:06.381" v="188" actId="478"/>
          <ac:grpSpMkLst>
            <pc:docMk/>
            <pc:sldMk cId="3563036800" sldId="260"/>
            <ac:grpSpMk id="29" creationId="{4C5B5F15-4D55-5A68-8062-92C96AFCE9A7}"/>
          </ac:grpSpMkLst>
        </pc:grpChg>
        <pc:grpChg chg="mod">
          <ac:chgData name=". ." userId="306759d044d43394" providerId="LiveId" clId="{5D5EE643-3F72-463A-BEE7-D88B4D7B6A6D}" dt="2026-05-09T15:29:31.713" v="182" actId="1076"/>
          <ac:grpSpMkLst>
            <pc:docMk/>
            <pc:sldMk cId="3563036800" sldId="260"/>
            <ac:grpSpMk id="33" creationId="{9E312137-A0CF-FB69-A526-FC431D90153E}"/>
          </ac:grpSpMkLst>
        </pc:grpChg>
        <pc:grpChg chg="add del mod">
          <ac:chgData name=". ." userId="306759d044d43394" providerId="LiveId" clId="{5D5EE643-3F72-463A-BEE7-D88B4D7B6A6D}" dt="2026-05-09T15:43:54.935" v="347" actId="478"/>
          <ac:grpSpMkLst>
            <pc:docMk/>
            <pc:sldMk cId="3563036800" sldId="260"/>
            <ac:grpSpMk id="38" creationId="{12E7598F-012B-0FD3-6282-25201270DB48}"/>
          </ac:grpSpMkLst>
        </pc:grpChg>
        <pc:grpChg chg="add del mod">
          <ac:chgData name=". ." userId="306759d044d43394" providerId="LiveId" clId="{5D5EE643-3F72-463A-BEE7-D88B4D7B6A6D}" dt="2026-05-09T15:43:54.935" v="347" actId="478"/>
          <ac:grpSpMkLst>
            <pc:docMk/>
            <pc:sldMk cId="3563036800" sldId="260"/>
            <ac:grpSpMk id="39" creationId="{02D08D22-515E-8E13-357C-6AE0C4259301}"/>
          </ac:grpSpMkLst>
        </pc:grpChg>
        <pc:grpChg chg="add del mod">
          <ac:chgData name=". ." userId="306759d044d43394" providerId="LiveId" clId="{5D5EE643-3F72-463A-BEE7-D88B4D7B6A6D}" dt="2026-05-09T15:43:54.935" v="347" actId="478"/>
          <ac:grpSpMkLst>
            <pc:docMk/>
            <pc:sldMk cId="3563036800" sldId="260"/>
            <ac:grpSpMk id="43" creationId="{9B048721-7010-01FF-D260-5D9F4C6B4A3E}"/>
          </ac:grpSpMkLst>
        </pc:grpChg>
        <pc:grpChg chg="del">
          <ac:chgData name=". ." userId="306759d044d43394" providerId="LiveId" clId="{5D5EE643-3F72-463A-BEE7-D88B4D7B6A6D}" dt="2026-05-09T15:43:56.340" v="349" actId="478"/>
          <ac:grpSpMkLst>
            <pc:docMk/>
            <pc:sldMk cId="3563036800" sldId="260"/>
            <ac:grpSpMk id="47" creationId="{12E7598F-012B-0FD3-6282-25201270DB48}"/>
          </ac:grpSpMkLst>
        </pc:grpChg>
        <pc:grpChg chg="add del mod">
          <ac:chgData name=". ." userId="306759d044d43394" providerId="LiveId" clId="{5D5EE643-3F72-463A-BEE7-D88B4D7B6A6D}" dt="2026-05-09T15:43:56.340" v="349" actId="478"/>
          <ac:grpSpMkLst>
            <pc:docMk/>
            <pc:sldMk cId="3563036800" sldId="260"/>
            <ac:grpSpMk id="51" creationId="{02D08D22-515E-8E13-357C-6AE0C4259301}"/>
          </ac:grpSpMkLst>
        </pc:grpChg>
        <pc:grpChg chg="del">
          <ac:chgData name=". ." userId="306759d044d43394" providerId="LiveId" clId="{5D5EE643-3F72-463A-BEE7-D88B4D7B6A6D}" dt="2026-05-09T15:43:56.340" v="349" actId="478"/>
          <ac:grpSpMkLst>
            <pc:docMk/>
            <pc:sldMk cId="3563036800" sldId="260"/>
            <ac:grpSpMk id="55" creationId="{9B048721-7010-01FF-D260-5D9F4C6B4A3E}"/>
          </ac:grpSpMkLst>
        </pc:grpChg>
        <pc:grpChg chg="add mod">
          <ac:chgData name=". ." userId="306759d044d43394" providerId="LiveId" clId="{5D5EE643-3F72-463A-BEE7-D88B4D7B6A6D}" dt="2026-05-09T15:44:50.373" v="358" actId="1076"/>
          <ac:grpSpMkLst>
            <pc:docMk/>
            <pc:sldMk cId="3563036800" sldId="260"/>
            <ac:grpSpMk id="59" creationId="{FB8E397F-ADE9-2A91-B100-56231DB41DE1}"/>
          </ac:grpSpMkLst>
        </pc:grpChg>
        <pc:grpChg chg="add mod">
          <ac:chgData name=". ." userId="306759d044d43394" providerId="LiveId" clId="{5D5EE643-3F72-463A-BEE7-D88B4D7B6A6D}" dt="2026-05-09T15:46:52.497" v="445" actId="1076"/>
          <ac:grpSpMkLst>
            <pc:docMk/>
            <pc:sldMk cId="3563036800" sldId="260"/>
            <ac:grpSpMk id="60" creationId="{B6E7135C-79DB-B957-A9E8-2D1D42F6BB9A}"/>
          </ac:grpSpMkLst>
        </pc:grpChg>
        <pc:grpChg chg="del mod">
          <ac:chgData name=". ." userId="306759d044d43394" providerId="LiveId" clId="{5D5EE643-3F72-463A-BEE7-D88B4D7B6A6D}" dt="2026-05-09T15:45:01.546" v="361" actId="21"/>
          <ac:grpSpMkLst>
            <pc:docMk/>
            <pc:sldMk cId="3563036800" sldId="260"/>
            <ac:grpSpMk id="64" creationId="{CE870F08-F8C7-ECC4-940F-5A1EC1B9AD01}"/>
          </ac:grpSpMkLst>
        </pc:grpChg>
        <pc:grpChg chg="del mod">
          <ac:chgData name=". ." userId="306759d044d43394" providerId="LiveId" clId="{5D5EE643-3F72-463A-BEE7-D88B4D7B6A6D}" dt="2026-05-09T15:45:01.546" v="361" actId="21"/>
          <ac:grpSpMkLst>
            <pc:docMk/>
            <pc:sldMk cId="3563036800" sldId="260"/>
            <ac:grpSpMk id="68" creationId="{EF7BDBF4-DF11-0E01-6331-A9B813BA0C1B}"/>
          </ac:grpSpMkLst>
        </pc:grpChg>
        <pc:grpChg chg="add del mod">
          <ac:chgData name=". ." userId="306759d044d43394" providerId="LiveId" clId="{5D5EE643-3F72-463A-BEE7-D88B4D7B6A6D}" dt="2026-05-09T15:45:13.744" v="364" actId="21"/>
          <ac:grpSpMkLst>
            <pc:docMk/>
            <pc:sldMk cId="3563036800" sldId="260"/>
            <ac:grpSpMk id="72" creationId="{CE870F08-F8C7-ECC4-940F-5A1EC1B9AD01}"/>
          </ac:grpSpMkLst>
        </pc:grpChg>
        <pc:grpChg chg="add mod">
          <ac:chgData name=". ." userId="306759d044d43394" providerId="LiveId" clId="{5D5EE643-3F72-463A-BEE7-D88B4D7B6A6D}" dt="2026-05-09T15:46:38.797" v="444" actId="1076"/>
          <ac:grpSpMkLst>
            <pc:docMk/>
            <pc:sldMk cId="3563036800" sldId="260"/>
            <ac:grpSpMk id="76" creationId="{EF7BDBF4-DF11-0E01-6331-A9B813BA0C1B}"/>
          </ac:grpSpMkLst>
        </pc:grpChg>
        <pc:grpChg chg="add mod">
          <ac:chgData name=". ." userId="306759d044d43394" providerId="LiveId" clId="{5D5EE643-3F72-463A-BEE7-D88B4D7B6A6D}" dt="2026-05-09T15:46:38.797" v="444" actId="1076"/>
          <ac:grpSpMkLst>
            <pc:docMk/>
            <pc:sldMk cId="3563036800" sldId="260"/>
            <ac:grpSpMk id="80" creationId="{CE870F08-F8C7-ECC4-940F-5A1EC1B9AD01}"/>
          </ac:grpSpMkLst>
        </pc:grpChg>
        <pc:grpChg chg="mod">
          <ac:chgData name=". ." userId="306759d044d43394" providerId="LiveId" clId="{5D5EE643-3F72-463A-BEE7-D88B4D7B6A6D}" dt="2026-05-09T16:30:57.277" v="1024" actId="1076"/>
          <ac:grpSpMkLst>
            <pc:docMk/>
            <pc:sldMk cId="3563036800" sldId="260"/>
            <ac:grpSpMk id="84" creationId="{031625B7-1D78-FFDF-FE9A-414BF0BFE2B2}"/>
          </ac:grpSpMkLst>
        </pc:grpChg>
        <pc:grpChg chg="mod">
          <ac:chgData name=". ." userId="306759d044d43394" providerId="LiveId" clId="{5D5EE643-3F72-463A-BEE7-D88B4D7B6A6D}" dt="2026-05-09T16:31:18.950" v="1027" actId="1076"/>
          <ac:grpSpMkLst>
            <pc:docMk/>
            <pc:sldMk cId="3563036800" sldId="260"/>
            <ac:grpSpMk id="89" creationId="{1DE7E75E-FB82-9622-EE4C-51DE446AD70E}"/>
          </ac:grpSpMkLst>
        </pc:grpChg>
        <pc:grpChg chg="mod">
          <ac:chgData name=". ." userId="306759d044d43394" providerId="LiveId" clId="{5D5EE643-3F72-463A-BEE7-D88B4D7B6A6D}" dt="2026-05-09T16:31:31.649" v="1029" actId="1076"/>
          <ac:grpSpMkLst>
            <pc:docMk/>
            <pc:sldMk cId="3563036800" sldId="260"/>
            <ac:grpSpMk id="94" creationId="{9E137EBB-F47E-4212-1544-6EAB8D07458D}"/>
          </ac:grpSpMkLst>
        </pc:grpChg>
        <pc:grpChg chg="mod">
          <ac:chgData name=". ." userId="306759d044d43394" providerId="LiveId" clId="{5D5EE643-3F72-463A-BEE7-D88B4D7B6A6D}" dt="2026-05-09T16:31:38.241" v="1030" actId="1076"/>
          <ac:grpSpMkLst>
            <pc:docMk/>
            <pc:sldMk cId="3563036800" sldId="260"/>
            <ac:grpSpMk id="98" creationId="{DAF34E85-560F-F3DB-D43D-004395DE9805}"/>
          </ac:grpSpMkLst>
        </pc:grpChg>
        <pc:grpChg chg="mod">
          <ac:chgData name=". ." userId="306759d044d43394" providerId="LiveId" clId="{5D5EE643-3F72-463A-BEE7-D88B4D7B6A6D}" dt="2026-05-09T16:31:38.241" v="1030" actId="1076"/>
          <ac:grpSpMkLst>
            <pc:docMk/>
            <pc:sldMk cId="3563036800" sldId="260"/>
            <ac:grpSpMk id="102" creationId="{7443DAA9-E386-0F79-D4E7-4CAF4BB79DF2}"/>
          </ac:grpSpMkLst>
        </pc:grpChg>
        <pc:picChg chg="mod">
          <ac:chgData name=". ." userId="306759d044d43394" providerId="LiveId" clId="{5D5EE643-3F72-463A-BEE7-D88B4D7B6A6D}" dt="2026-05-09T15:43:34.269" v="325" actId="1076"/>
          <ac:picMkLst>
            <pc:docMk/>
            <pc:sldMk cId="3563036800" sldId="260"/>
            <ac:picMk id="5" creationId="{0F9171B2-C711-9FC2-15EE-8E3A69C086B9}"/>
          </ac:picMkLst>
        </pc:picChg>
      </pc:sldChg>
      <pc:sldChg chg="delSp add del mod">
        <pc:chgData name=". ." userId="306759d044d43394" providerId="LiveId" clId="{5D5EE643-3F72-463A-BEE7-D88B4D7B6A6D}" dt="2026-05-09T16:00:30.502" v="479" actId="47"/>
        <pc:sldMkLst>
          <pc:docMk/>
          <pc:sldMk cId="1187677525" sldId="261"/>
        </pc:sldMkLst>
        <pc:grpChg chg="del">
          <ac:chgData name=". ." userId="306759d044d43394" providerId="LiveId" clId="{5D5EE643-3F72-463A-BEE7-D88B4D7B6A6D}" dt="2026-05-09T15:51:52.851" v="473" actId="478"/>
          <ac:grpSpMkLst>
            <pc:docMk/>
            <pc:sldMk cId="1187677525" sldId="261"/>
            <ac:grpSpMk id="7" creationId="{885FEDA2-0CDF-31C6-2FA0-49E78D759181}"/>
          </ac:grpSpMkLst>
        </pc:grpChg>
        <pc:grpChg chg="del">
          <ac:chgData name=". ." userId="306759d044d43394" providerId="LiveId" clId="{5D5EE643-3F72-463A-BEE7-D88B4D7B6A6D}" dt="2026-05-09T15:51:49.373" v="472" actId="478"/>
          <ac:grpSpMkLst>
            <pc:docMk/>
            <pc:sldMk cId="1187677525" sldId="261"/>
            <ac:grpSpMk id="12" creationId="{9E219B3C-BA33-AFDE-3480-06010C2473DC}"/>
          </ac:grpSpMkLst>
        </pc:grpChg>
        <pc:grpChg chg="del">
          <ac:chgData name=". ." userId="306759d044d43394" providerId="LiveId" clId="{5D5EE643-3F72-463A-BEE7-D88B4D7B6A6D}" dt="2026-05-09T15:51:49.373" v="472" actId="478"/>
          <ac:grpSpMkLst>
            <pc:docMk/>
            <pc:sldMk cId="1187677525" sldId="261"/>
            <ac:grpSpMk id="33" creationId="{783FD956-F185-EA82-CC7F-307F098BB0B2}"/>
          </ac:grpSpMkLst>
        </pc:grpChg>
      </pc:sldChg>
      <pc:sldChg chg="addSp delSp modSp add mod">
        <pc:chgData name=". ." userId="306759d044d43394" providerId="LiveId" clId="{5D5EE643-3F72-463A-BEE7-D88B4D7B6A6D}" dt="2026-05-10T18:41:02.812" v="1996" actId="20577"/>
        <pc:sldMkLst>
          <pc:docMk/>
          <pc:sldMk cId="3869669126" sldId="261"/>
        </pc:sldMkLst>
        <pc:spChg chg="mod">
          <ac:chgData name=". ." userId="306759d044d43394" providerId="LiveId" clId="{5D5EE643-3F72-463A-BEE7-D88B4D7B6A6D}" dt="2026-05-09T16:00:59.815" v="484" actId="1076"/>
          <ac:spMkLst>
            <pc:docMk/>
            <pc:sldMk cId="3869669126" sldId="261"/>
            <ac:spMk id="4" creationId="{832576DF-BE5E-024F-043C-F528B39ECB33}"/>
          </ac:spMkLst>
        </pc:spChg>
        <pc:spChg chg="mod">
          <ac:chgData name=". ." userId="306759d044d43394" providerId="LiveId" clId="{5D5EE643-3F72-463A-BEE7-D88B4D7B6A6D}" dt="2026-05-10T18:19:11.667" v="1946"/>
          <ac:spMkLst>
            <pc:docMk/>
            <pc:sldMk cId="3869669126" sldId="261"/>
            <ac:spMk id="8" creationId="{E37239F5-5BA2-4A3F-3BA0-A4CE0EEC39CF}"/>
          </ac:spMkLst>
        </pc:spChg>
        <pc:spChg chg="mod">
          <ac:chgData name=". ." userId="306759d044d43394" providerId="LiveId" clId="{5D5EE643-3F72-463A-BEE7-D88B4D7B6A6D}" dt="2026-05-10T18:19:11.667" v="1946"/>
          <ac:spMkLst>
            <pc:docMk/>
            <pc:sldMk cId="3869669126" sldId="261"/>
            <ac:spMk id="9" creationId="{8F186794-021E-A426-E5B2-4334A76C5021}"/>
          </ac:spMkLst>
        </pc:spChg>
        <pc:spChg chg="mod">
          <ac:chgData name=". ." userId="306759d044d43394" providerId="LiveId" clId="{5D5EE643-3F72-463A-BEE7-D88B4D7B6A6D}" dt="2026-05-10T18:40:12.011" v="1993" actId="20577"/>
          <ac:spMkLst>
            <pc:docMk/>
            <pc:sldMk cId="3869669126" sldId="261"/>
            <ac:spMk id="10" creationId="{10D90ED0-9218-A846-EAA3-32DD800363F2}"/>
          </ac:spMkLst>
        </pc:spChg>
        <pc:spChg chg="add del mod">
          <ac:chgData name=". ." userId="306759d044d43394" providerId="LiveId" clId="{5D5EE643-3F72-463A-BEE7-D88B4D7B6A6D}" dt="2026-05-09T16:18:25.867" v="612" actId="165"/>
          <ac:spMkLst>
            <pc:docMk/>
            <pc:sldMk cId="3869669126" sldId="261"/>
            <ac:spMk id="11" creationId="{A86EE7F8-C346-4587-E121-C48CECD8A4D3}"/>
          </ac:spMkLst>
        </pc:spChg>
        <pc:spChg chg="add del mod">
          <ac:chgData name=". ." userId="306759d044d43394" providerId="LiveId" clId="{5D5EE643-3F72-463A-BEE7-D88B4D7B6A6D}" dt="2026-05-09T16:07:09.534" v="514" actId="478"/>
          <ac:spMkLst>
            <pc:docMk/>
            <pc:sldMk cId="3869669126" sldId="261"/>
            <ac:spMk id="13" creationId="{0ED2EFA2-4F5D-8498-1B94-C5DC82A9F63C}"/>
          </ac:spMkLst>
        </pc:spChg>
        <pc:spChg chg="add mod">
          <ac:chgData name=". ." userId="306759d044d43394" providerId="LiveId" clId="{5D5EE643-3F72-463A-BEE7-D88B4D7B6A6D}" dt="2026-05-09T16:18:25.867" v="612" actId="165"/>
          <ac:spMkLst>
            <pc:docMk/>
            <pc:sldMk cId="3869669126" sldId="261"/>
            <ac:spMk id="14" creationId="{8D57432B-82E1-23BC-F1AB-E98F63A28344}"/>
          </ac:spMkLst>
        </pc:spChg>
        <pc:spChg chg="add mod">
          <ac:chgData name=". ." userId="306759d044d43394" providerId="LiveId" clId="{5D5EE643-3F72-463A-BEE7-D88B4D7B6A6D}" dt="2026-05-09T16:18:25.867" v="612" actId="165"/>
          <ac:spMkLst>
            <pc:docMk/>
            <pc:sldMk cId="3869669126" sldId="261"/>
            <ac:spMk id="15" creationId="{7BD7230C-BA83-7429-4C40-AA0C6EBB628D}"/>
          </ac:spMkLst>
        </pc:spChg>
        <pc:spChg chg="add mod">
          <ac:chgData name=". ." userId="306759d044d43394" providerId="LiveId" clId="{5D5EE643-3F72-463A-BEE7-D88B4D7B6A6D}" dt="2026-05-09T16:18:25.867" v="612" actId="165"/>
          <ac:spMkLst>
            <pc:docMk/>
            <pc:sldMk cId="3869669126" sldId="261"/>
            <ac:spMk id="16" creationId="{B0EDBB50-CBC9-06A9-212F-874B009E1316}"/>
          </ac:spMkLst>
        </pc:spChg>
        <pc:spChg chg="add mod">
          <ac:chgData name=". ." userId="306759d044d43394" providerId="LiveId" clId="{5D5EE643-3F72-463A-BEE7-D88B4D7B6A6D}" dt="2026-05-09T16:20:38.613" v="633" actId="164"/>
          <ac:spMkLst>
            <pc:docMk/>
            <pc:sldMk cId="3869669126" sldId="261"/>
            <ac:spMk id="20" creationId="{FFD1CE8F-7104-BB96-BE76-BE765D28CAF9}"/>
          </ac:spMkLst>
        </pc:spChg>
        <pc:spChg chg="add mod">
          <ac:chgData name=". ." userId="306759d044d43394" providerId="LiveId" clId="{5D5EE643-3F72-463A-BEE7-D88B4D7B6A6D}" dt="2026-05-09T16:20:28.511" v="632" actId="164"/>
          <ac:spMkLst>
            <pc:docMk/>
            <pc:sldMk cId="3869669126" sldId="261"/>
            <ac:spMk id="22" creationId="{95ADC337-80C8-DADF-2DD4-305B8786A63D}"/>
          </ac:spMkLst>
        </pc:spChg>
        <pc:spChg chg="add del">
          <ac:chgData name=". ." userId="306759d044d43394" providerId="LiveId" clId="{5D5EE643-3F72-463A-BEE7-D88B4D7B6A6D}" dt="2026-05-09T16:25:35.896" v="643" actId="22"/>
          <ac:spMkLst>
            <pc:docMk/>
            <pc:sldMk cId="3869669126" sldId="261"/>
            <ac:spMk id="26" creationId="{47BCB732-2117-B989-41B7-70EF8B2ABE28}"/>
          </ac:spMkLst>
        </pc:spChg>
        <pc:spChg chg="mod topLvl">
          <ac:chgData name=". ." userId="306759d044d43394" providerId="LiveId" clId="{5D5EE643-3F72-463A-BEE7-D88B4D7B6A6D}" dt="2026-05-09T16:27:18.819" v="690" actId="164"/>
          <ac:spMkLst>
            <pc:docMk/>
            <pc:sldMk cId="3869669126" sldId="261"/>
            <ac:spMk id="28" creationId="{8C9522E8-79ED-F894-ED13-856A23296936}"/>
          </ac:spMkLst>
        </pc:spChg>
        <pc:spChg chg="mod topLvl">
          <ac:chgData name=". ." userId="306759d044d43394" providerId="LiveId" clId="{5D5EE643-3F72-463A-BEE7-D88B4D7B6A6D}" dt="2026-05-09T16:27:18.819" v="690" actId="164"/>
          <ac:spMkLst>
            <pc:docMk/>
            <pc:sldMk cId="3869669126" sldId="261"/>
            <ac:spMk id="29" creationId="{C7A0D0ED-56F2-CD11-C733-B8AD54EBF592}"/>
          </ac:spMkLst>
        </pc:spChg>
        <pc:spChg chg="mod topLvl">
          <ac:chgData name=". ." userId="306759d044d43394" providerId="LiveId" clId="{5D5EE643-3F72-463A-BEE7-D88B4D7B6A6D}" dt="2026-05-10T18:37:13.658" v="1980" actId="20577"/>
          <ac:spMkLst>
            <pc:docMk/>
            <pc:sldMk cId="3869669126" sldId="261"/>
            <ac:spMk id="35" creationId="{C423D8A1-EF9E-41D4-2897-40CEDBE1D191}"/>
          </ac:spMkLst>
        </pc:spChg>
        <pc:spChg chg="mod topLvl">
          <ac:chgData name=". ." userId="306759d044d43394" providerId="LiveId" clId="{5D5EE643-3F72-463A-BEE7-D88B4D7B6A6D}" dt="2026-05-09T16:28:15.946" v="713" actId="164"/>
          <ac:spMkLst>
            <pc:docMk/>
            <pc:sldMk cId="3869669126" sldId="261"/>
            <ac:spMk id="38" creationId="{8957F373-B4CD-EF01-A5DB-88BFEF671F16}"/>
          </ac:spMkLst>
        </pc:spChg>
        <pc:spChg chg="mod topLvl">
          <ac:chgData name=". ." userId="306759d044d43394" providerId="LiveId" clId="{5D5EE643-3F72-463A-BEE7-D88B4D7B6A6D}" dt="2026-05-09T16:28:15.946" v="713" actId="164"/>
          <ac:spMkLst>
            <pc:docMk/>
            <pc:sldMk cId="3869669126" sldId="261"/>
            <ac:spMk id="39" creationId="{45DA62AD-8A36-E50A-4A63-C3E03F9E8EB3}"/>
          </ac:spMkLst>
        </pc:spChg>
        <pc:spChg chg="mod topLvl">
          <ac:chgData name=". ." userId="306759d044d43394" providerId="LiveId" clId="{5D5EE643-3F72-463A-BEE7-D88B4D7B6A6D}" dt="2026-05-10T18:37:18.360" v="1981" actId="20577"/>
          <ac:spMkLst>
            <pc:docMk/>
            <pc:sldMk cId="3869669126" sldId="261"/>
            <ac:spMk id="40" creationId="{01A523C9-5713-1423-6087-98441053D262}"/>
          </ac:spMkLst>
        </pc:spChg>
        <pc:spChg chg="mod topLvl">
          <ac:chgData name=". ." userId="306759d044d43394" providerId="LiveId" clId="{5D5EE643-3F72-463A-BEE7-D88B4D7B6A6D}" dt="2026-05-09T16:29:14.004" v="724" actId="164"/>
          <ac:spMkLst>
            <pc:docMk/>
            <pc:sldMk cId="3869669126" sldId="261"/>
            <ac:spMk id="43" creationId="{0693A1FA-2BB1-3D80-52B6-9E8C71EF3714}"/>
          </ac:spMkLst>
        </pc:spChg>
        <pc:spChg chg="mod topLvl">
          <ac:chgData name=". ." userId="306759d044d43394" providerId="LiveId" clId="{5D5EE643-3F72-463A-BEE7-D88B4D7B6A6D}" dt="2026-05-09T16:29:14.004" v="724" actId="164"/>
          <ac:spMkLst>
            <pc:docMk/>
            <pc:sldMk cId="3869669126" sldId="261"/>
            <ac:spMk id="44" creationId="{21FA527F-39E4-419C-EE60-678BBDB7D10D}"/>
          </ac:spMkLst>
        </pc:spChg>
        <pc:spChg chg="mod topLvl">
          <ac:chgData name=". ." userId="306759d044d43394" providerId="LiveId" clId="{5D5EE643-3F72-463A-BEE7-D88B4D7B6A6D}" dt="2026-05-09T16:29:14.004" v="724" actId="164"/>
          <ac:spMkLst>
            <pc:docMk/>
            <pc:sldMk cId="3869669126" sldId="261"/>
            <ac:spMk id="45" creationId="{704D19C1-BBA1-183E-665C-0E71C98BE467}"/>
          </ac:spMkLst>
        </pc:spChg>
        <pc:spChg chg="mod">
          <ac:chgData name=". ." userId="306759d044d43394" providerId="LiveId" clId="{5D5EE643-3F72-463A-BEE7-D88B4D7B6A6D}" dt="2026-05-09T16:48:06.247" v="1166"/>
          <ac:spMkLst>
            <pc:docMk/>
            <pc:sldMk cId="3869669126" sldId="261"/>
            <ac:spMk id="48" creationId="{5711109D-B8D8-5D8C-353F-6DE4885507DD}"/>
          </ac:spMkLst>
        </pc:spChg>
        <pc:spChg chg="mod">
          <ac:chgData name=". ." userId="306759d044d43394" providerId="LiveId" clId="{5D5EE643-3F72-463A-BEE7-D88B4D7B6A6D}" dt="2026-05-09T16:48:06.247" v="1166"/>
          <ac:spMkLst>
            <pc:docMk/>
            <pc:sldMk cId="3869669126" sldId="261"/>
            <ac:spMk id="49" creationId="{0CD181F3-EF47-C6C4-BEE7-89501B5A9EFD}"/>
          </ac:spMkLst>
        </pc:spChg>
        <pc:spChg chg="mod">
          <ac:chgData name=". ." userId="306759d044d43394" providerId="LiveId" clId="{5D5EE643-3F72-463A-BEE7-D88B4D7B6A6D}" dt="2026-05-09T16:48:06.247" v="1166"/>
          <ac:spMkLst>
            <pc:docMk/>
            <pc:sldMk cId="3869669126" sldId="261"/>
            <ac:spMk id="50" creationId="{BB124555-03CE-8104-B622-8EFDCE240295}"/>
          </ac:spMkLst>
        </pc:spChg>
        <pc:spChg chg="mod">
          <ac:chgData name=". ." userId="306759d044d43394" providerId="LiveId" clId="{5D5EE643-3F72-463A-BEE7-D88B4D7B6A6D}" dt="2026-05-09T16:48:06.247" v="1166"/>
          <ac:spMkLst>
            <pc:docMk/>
            <pc:sldMk cId="3869669126" sldId="261"/>
            <ac:spMk id="52" creationId="{00F8A31E-B600-2E42-BE0B-18B24EF3907B}"/>
          </ac:spMkLst>
        </pc:spChg>
        <pc:spChg chg="mod">
          <ac:chgData name=". ." userId="306759d044d43394" providerId="LiveId" clId="{5D5EE643-3F72-463A-BEE7-D88B4D7B6A6D}" dt="2026-05-09T16:48:06.247" v="1166"/>
          <ac:spMkLst>
            <pc:docMk/>
            <pc:sldMk cId="3869669126" sldId="261"/>
            <ac:spMk id="53" creationId="{B535560E-53FC-88AA-09FA-5B3DC1BBB3AA}"/>
          </ac:spMkLst>
        </pc:spChg>
        <pc:spChg chg="mod">
          <ac:chgData name=". ." userId="306759d044d43394" providerId="LiveId" clId="{5D5EE643-3F72-463A-BEE7-D88B4D7B6A6D}" dt="2026-05-09T16:48:06.247" v="1166"/>
          <ac:spMkLst>
            <pc:docMk/>
            <pc:sldMk cId="3869669126" sldId="261"/>
            <ac:spMk id="54" creationId="{7D9BC39C-0E6A-813C-4CFC-74EC6DFAD93A}"/>
          </ac:spMkLst>
        </pc:spChg>
        <pc:spChg chg="mod">
          <ac:chgData name=". ." userId="306759d044d43394" providerId="LiveId" clId="{5D5EE643-3F72-463A-BEE7-D88B4D7B6A6D}" dt="2026-05-09T16:48:06.247" v="1166"/>
          <ac:spMkLst>
            <pc:docMk/>
            <pc:sldMk cId="3869669126" sldId="261"/>
            <ac:spMk id="56" creationId="{B4B85D50-217C-C9B2-7494-8CDE329DC9E9}"/>
          </ac:spMkLst>
        </pc:spChg>
        <pc:spChg chg="mod">
          <ac:chgData name=". ." userId="306759d044d43394" providerId="LiveId" clId="{5D5EE643-3F72-463A-BEE7-D88B4D7B6A6D}" dt="2026-05-09T16:48:06.247" v="1166"/>
          <ac:spMkLst>
            <pc:docMk/>
            <pc:sldMk cId="3869669126" sldId="261"/>
            <ac:spMk id="57" creationId="{8CC534F3-1603-01E4-8FF8-7E534B60A2E3}"/>
          </ac:spMkLst>
        </pc:spChg>
        <pc:spChg chg="mod">
          <ac:chgData name=". ." userId="306759d044d43394" providerId="LiveId" clId="{5D5EE643-3F72-463A-BEE7-D88B4D7B6A6D}" dt="2026-05-09T16:48:06.247" v="1166"/>
          <ac:spMkLst>
            <pc:docMk/>
            <pc:sldMk cId="3869669126" sldId="261"/>
            <ac:spMk id="58" creationId="{7C094C1C-C38A-1CD2-5E4C-7C46F86462EA}"/>
          </ac:spMkLst>
        </pc:spChg>
        <pc:spChg chg="mod">
          <ac:chgData name=". ." userId="306759d044d43394" providerId="LiveId" clId="{5D5EE643-3F72-463A-BEE7-D88B4D7B6A6D}" dt="2026-05-09T16:48:15.716" v="1167"/>
          <ac:spMkLst>
            <pc:docMk/>
            <pc:sldMk cId="3869669126" sldId="261"/>
            <ac:spMk id="65" creationId="{C401E6D8-65BD-D2F8-1840-AB2EA96A40B6}"/>
          </ac:spMkLst>
        </pc:spChg>
        <pc:spChg chg="mod">
          <ac:chgData name=". ." userId="306759d044d43394" providerId="LiveId" clId="{5D5EE643-3F72-463A-BEE7-D88B4D7B6A6D}" dt="2026-05-09T16:48:15.716" v="1167"/>
          <ac:spMkLst>
            <pc:docMk/>
            <pc:sldMk cId="3869669126" sldId="261"/>
            <ac:spMk id="66" creationId="{C0C3C0AD-4163-B521-2C97-4F14C397BC94}"/>
          </ac:spMkLst>
        </pc:spChg>
        <pc:spChg chg="mod">
          <ac:chgData name=". ." userId="306759d044d43394" providerId="LiveId" clId="{5D5EE643-3F72-463A-BEE7-D88B4D7B6A6D}" dt="2026-05-10T18:41:02.812" v="1996" actId="20577"/>
          <ac:spMkLst>
            <pc:docMk/>
            <pc:sldMk cId="3869669126" sldId="261"/>
            <ac:spMk id="67" creationId="{0C6C2164-CE70-6D19-B6F2-F6BC477DEE7C}"/>
          </ac:spMkLst>
        </pc:spChg>
        <pc:spChg chg="mod topLvl">
          <ac:chgData name=". ." userId="306759d044d43394" providerId="LiveId" clId="{5D5EE643-3F72-463A-BEE7-D88B4D7B6A6D}" dt="2026-05-09T16:48:56.835" v="1172" actId="164"/>
          <ac:spMkLst>
            <pc:docMk/>
            <pc:sldMk cId="3869669126" sldId="261"/>
            <ac:spMk id="69" creationId="{166A8B7A-9178-3972-D7E8-44AB75F8594D}"/>
          </ac:spMkLst>
        </pc:spChg>
        <pc:spChg chg="mod topLvl">
          <ac:chgData name=". ." userId="306759d044d43394" providerId="LiveId" clId="{5D5EE643-3F72-463A-BEE7-D88B4D7B6A6D}" dt="2026-05-09T16:48:56.835" v="1172" actId="164"/>
          <ac:spMkLst>
            <pc:docMk/>
            <pc:sldMk cId="3869669126" sldId="261"/>
            <ac:spMk id="70" creationId="{A8001FC4-67D6-B9A8-7BFA-93B4EFB41B52}"/>
          </ac:spMkLst>
        </pc:spChg>
        <pc:spChg chg="mod topLvl">
          <ac:chgData name=". ." userId="306759d044d43394" providerId="LiveId" clId="{5D5EE643-3F72-463A-BEE7-D88B4D7B6A6D}" dt="2026-05-10T18:31:08.721" v="1968"/>
          <ac:spMkLst>
            <pc:docMk/>
            <pc:sldMk cId="3869669126" sldId="261"/>
            <ac:spMk id="71" creationId="{4CD6859E-5848-6A8B-6011-D5A0FE6307A3}"/>
          </ac:spMkLst>
        </pc:spChg>
        <pc:spChg chg="mod">
          <ac:chgData name=". ." userId="306759d044d43394" providerId="LiveId" clId="{5D5EE643-3F72-463A-BEE7-D88B4D7B6A6D}" dt="2026-05-09T16:48:15.716" v="1167"/>
          <ac:spMkLst>
            <pc:docMk/>
            <pc:sldMk cId="3869669126" sldId="261"/>
            <ac:spMk id="73" creationId="{47B764D7-1694-C527-9F08-DE55943DF5CA}"/>
          </ac:spMkLst>
        </pc:spChg>
        <pc:spChg chg="mod">
          <ac:chgData name=". ." userId="306759d044d43394" providerId="LiveId" clId="{5D5EE643-3F72-463A-BEE7-D88B4D7B6A6D}" dt="2026-05-09T16:48:15.716" v="1167"/>
          <ac:spMkLst>
            <pc:docMk/>
            <pc:sldMk cId="3869669126" sldId="261"/>
            <ac:spMk id="74" creationId="{C02687F1-B499-A3A5-46A6-5A59C3F8578E}"/>
          </ac:spMkLst>
        </pc:spChg>
        <pc:spChg chg="mod">
          <ac:chgData name=". ." userId="306759d044d43394" providerId="LiveId" clId="{5D5EE643-3F72-463A-BEE7-D88B4D7B6A6D}" dt="2026-05-10T18:30:36.565" v="1967"/>
          <ac:spMkLst>
            <pc:docMk/>
            <pc:sldMk cId="3869669126" sldId="261"/>
            <ac:spMk id="75" creationId="{0AB4AD99-2654-903D-AACC-B2ABB7F70184}"/>
          </ac:spMkLst>
        </pc:spChg>
        <pc:spChg chg="mod">
          <ac:chgData name=". ." userId="306759d044d43394" providerId="LiveId" clId="{5D5EE643-3F72-463A-BEE7-D88B4D7B6A6D}" dt="2026-05-10T18:26:12.028" v="1961" actId="20577"/>
          <ac:spMkLst>
            <pc:docMk/>
            <pc:sldMk cId="3869669126" sldId="261"/>
            <ac:spMk id="79" creationId="{D37356C8-C427-1F49-445B-61891DCBFEF3}"/>
          </ac:spMkLst>
        </pc:spChg>
        <pc:spChg chg="mod">
          <ac:chgData name=". ." userId="306759d044d43394" providerId="LiveId" clId="{5D5EE643-3F72-463A-BEE7-D88B4D7B6A6D}" dt="2026-05-10T18:19:00.657" v="1944"/>
          <ac:spMkLst>
            <pc:docMk/>
            <pc:sldMk cId="3869669126" sldId="261"/>
            <ac:spMk id="81" creationId="{1F12548B-07EF-7EE2-3BAA-4CE4EBA4ACF5}"/>
          </ac:spMkLst>
        </pc:spChg>
        <pc:spChg chg="mod">
          <ac:chgData name=". ." userId="306759d044d43394" providerId="LiveId" clId="{5D5EE643-3F72-463A-BEE7-D88B4D7B6A6D}" dt="2026-05-10T18:19:00.657" v="1944"/>
          <ac:spMkLst>
            <pc:docMk/>
            <pc:sldMk cId="3869669126" sldId="261"/>
            <ac:spMk id="82" creationId="{3E883BBF-01A7-BB54-50B1-300C433E7800}"/>
          </ac:spMkLst>
        </pc:spChg>
        <pc:spChg chg="mod">
          <ac:chgData name=". ." userId="306759d044d43394" providerId="LiveId" clId="{5D5EE643-3F72-463A-BEE7-D88B4D7B6A6D}" dt="2026-05-10T18:19:00.657" v="1944"/>
          <ac:spMkLst>
            <pc:docMk/>
            <pc:sldMk cId="3869669126" sldId="261"/>
            <ac:spMk id="83" creationId="{434D674B-0650-1E6D-FDCC-B477DBC6A5F6}"/>
          </ac:spMkLst>
        </pc:spChg>
        <pc:grpChg chg="del">
          <ac:chgData name=". ." userId="306759d044d43394" providerId="LiveId" clId="{5D5EE643-3F72-463A-BEE7-D88B4D7B6A6D}" dt="2026-05-09T16:00:49.131" v="482" actId="478"/>
          <ac:grpSpMkLst>
            <pc:docMk/>
            <pc:sldMk cId="3869669126" sldId="261"/>
            <ac:grpSpMk id="7" creationId="{10EB83F3-C069-A0C1-DF55-5D6800EA4EC1}"/>
          </ac:grpSpMkLst>
        </pc:grpChg>
        <pc:grpChg chg="add mod">
          <ac:chgData name=". ." userId="306759d044d43394" providerId="LiveId" clId="{5D5EE643-3F72-463A-BEE7-D88B4D7B6A6D}" dt="2026-05-10T18:19:20.812" v="1947" actId="1076"/>
          <ac:grpSpMkLst>
            <pc:docMk/>
            <pc:sldMk cId="3869669126" sldId="261"/>
            <ac:grpSpMk id="7" creationId="{F6FFFD4C-B196-AFD6-97E7-265CF45670B1}"/>
          </ac:grpSpMkLst>
        </pc:grpChg>
        <pc:grpChg chg="del">
          <ac:chgData name=". ." userId="306759d044d43394" providerId="LiveId" clId="{5D5EE643-3F72-463A-BEE7-D88B4D7B6A6D}" dt="2026-05-09T16:00:46.668" v="481" actId="478"/>
          <ac:grpSpMkLst>
            <pc:docMk/>
            <pc:sldMk cId="3869669126" sldId="261"/>
            <ac:grpSpMk id="12" creationId="{DCDFD6C4-DC0A-17B4-E09B-8739B75427D0}"/>
          </ac:grpSpMkLst>
        </pc:grpChg>
        <pc:grpChg chg="add mod topLvl">
          <ac:chgData name=". ." userId="306759d044d43394" providerId="LiveId" clId="{5D5EE643-3F72-463A-BEE7-D88B4D7B6A6D}" dt="2026-05-09T16:20:28.511" v="632" actId="164"/>
          <ac:grpSpMkLst>
            <pc:docMk/>
            <pc:sldMk cId="3869669126" sldId="261"/>
            <ac:grpSpMk id="17" creationId="{7DD0791B-837F-F7AF-F990-F4DA5F27CF7E}"/>
          </ac:grpSpMkLst>
        </pc:grpChg>
        <pc:grpChg chg="add mod topLvl">
          <ac:chgData name=". ." userId="306759d044d43394" providerId="LiveId" clId="{5D5EE643-3F72-463A-BEE7-D88B4D7B6A6D}" dt="2026-05-09T16:20:38.613" v="633" actId="164"/>
          <ac:grpSpMkLst>
            <pc:docMk/>
            <pc:sldMk cId="3869669126" sldId="261"/>
            <ac:grpSpMk id="18" creationId="{240AB4D7-5268-7BF2-3B57-E809BFB927E3}"/>
          </ac:grpSpMkLst>
        </pc:grpChg>
        <pc:grpChg chg="add del mod">
          <ac:chgData name=". ." userId="306759d044d43394" providerId="LiveId" clId="{5D5EE643-3F72-463A-BEE7-D88B4D7B6A6D}" dt="2026-05-09T16:18:25.867" v="612" actId="165"/>
          <ac:grpSpMkLst>
            <pc:docMk/>
            <pc:sldMk cId="3869669126" sldId="261"/>
            <ac:grpSpMk id="21" creationId="{95BAAFC7-9B3C-3169-3EAD-4F98CED0E701}"/>
          </ac:grpSpMkLst>
        </pc:grpChg>
        <pc:grpChg chg="add mod">
          <ac:chgData name=". ." userId="306759d044d43394" providerId="LiveId" clId="{5D5EE643-3F72-463A-BEE7-D88B4D7B6A6D}" dt="2026-05-09T16:21:50.529" v="641" actId="1076"/>
          <ac:grpSpMkLst>
            <pc:docMk/>
            <pc:sldMk cId="3869669126" sldId="261"/>
            <ac:grpSpMk id="23" creationId="{7BF4F623-EDA7-EA0E-9005-D6DB03B182F2}"/>
          </ac:grpSpMkLst>
        </pc:grpChg>
        <pc:grpChg chg="add mod">
          <ac:chgData name=". ." userId="306759d044d43394" providerId="LiveId" clId="{5D5EE643-3F72-463A-BEE7-D88B4D7B6A6D}" dt="2026-05-09T16:21:50.529" v="641" actId="1076"/>
          <ac:grpSpMkLst>
            <pc:docMk/>
            <pc:sldMk cId="3869669126" sldId="261"/>
            <ac:grpSpMk id="24" creationId="{A709436E-E3C1-CC8F-4BC0-71CBD0E1BCD8}"/>
          </ac:grpSpMkLst>
        </pc:grpChg>
        <pc:grpChg chg="add del mod">
          <ac:chgData name=". ." userId="306759d044d43394" providerId="LiveId" clId="{5D5EE643-3F72-463A-BEE7-D88B4D7B6A6D}" dt="2026-05-09T16:27:14.448" v="689" actId="165"/>
          <ac:grpSpMkLst>
            <pc:docMk/>
            <pc:sldMk cId="3869669126" sldId="261"/>
            <ac:grpSpMk id="27" creationId="{CCA4C233-AFD5-6404-2262-C9C27C9C27E9}"/>
          </ac:grpSpMkLst>
        </pc:grpChg>
        <pc:grpChg chg="del">
          <ac:chgData name=". ." userId="306759d044d43394" providerId="LiveId" clId="{5D5EE643-3F72-463A-BEE7-D88B4D7B6A6D}" dt="2026-05-09T16:00:46.668" v="481" actId="478"/>
          <ac:grpSpMkLst>
            <pc:docMk/>
            <pc:sldMk cId="3869669126" sldId="261"/>
            <ac:grpSpMk id="33" creationId="{44622266-3C5B-5137-F70D-3F45A3C60DE2}"/>
          </ac:grpSpMkLst>
        </pc:grpChg>
        <pc:grpChg chg="add mod">
          <ac:chgData name=". ." userId="306759d044d43394" providerId="LiveId" clId="{5D5EE643-3F72-463A-BEE7-D88B4D7B6A6D}" dt="2026-05-09T16:27:21.228" v="691" actId="1076"/>
          <ac:grpSpMkLst>
            <pc:docMk/>
            <pc:sldMk cId="3869669126" sldId="261"/>
            <ac:grpSpMk id="36" creationId="{5BFD37CF-42BD-6AC1-3346-9988C3F3BFB0}"/>
          </ac:grpSpMkLst>
        </pc:grpChg>
        <pc:grpChg chg="add del mod">
          <ac:chgData name=". ." userId="306759d044d43394" providerId="LiveId" clId="{5D5EE643-3F72-463A-BEE7-D88B4D7B6A6D}" dt="2026-05-09T16:27:44.925" v="708" actId="165"/>
          <ac:grpSpMkLst>
            <pc:docMk/>
            <pc:sldMk cId="3869669126" sldId="261"/>
            <ac:grpSpMk id="37" creationId="{924CB46E-57C2-BB08-BBC2-4F838B9FD320}"/>
          </ac:grpSpMkLst>
        </pc:grpChg>
        <pc:grpChg chg="add mod">
          <ac:chgData name=". ." userId="306759d044d43394" providerId="LiveId" clId="{5D5EE643-3F72-463A-BEE7-D88B4D7B6A6D}" dt="2026-05-09T16:29:56.356" v="727" actId="1076"/>
          <ac:grpSpMkLst>
            <pc:docMk/>
            <pc:sldMk cId="3869669126" sldId="261"/>
            <ac:grpSpMk id="41" creationId="{1C4A59CE-4521-F5A2-9987-F4BF2F548456}"/>
          </ac:grpSpMkLst>
        </pc:grpChg>
        <pc:grpChg chg="add del mod">
          <ac:chgData name=". ." userId="306759d044d43394" providerId="LiveId" clId="{5D5EE643-3F72-463A-BEE7-D88B4D7B6A6D}" dt="2026-05-09T16:29:07.897" v="723" actId="165"/>
          <ac:grpSpMkLst>
            <pc:docMk/>
            <pc:sldMk cId="3869669126" sldId="261"/>
            <ac:grpSpMk id="42" creationId="{A6D8830A-F4A2-91C5-A002-AE385B58ECDE}"/>
          </ac:grpSpMkLst>
        </pc:grpChg>
        <pc:grpChg chg="add mod">
          <ac:chgData name=". ." userId="306759d044d43394" providerId="LiveId" clId="{5D5EE643-3F72-463A-BEE7-D88B4D7B6A6D}" dt="2026-05-09T16:29:56.356" v="727" actId="1076"/>
          <ac:grpSpMkLst>
            <pc:docMk/>
            <pc:sldMk cId="3869669126" sldId="261"/>
            <ac:grpSpMk id="46" creationId="{407E99D8-8F21-866E-07F4-06C78C1B59A0}"/>
          </ac:grpSpMkLst>
        </pc:grpChg>
        <pc:grpChg chg="add mod">
          <ac:chgData name=". ." userId="306759d044d43394" providerId="LiveId" clId="{5D5EE643-3F72-463A-BEE7-D88B4D7B6A6D}" dt="2026-05-09T16:48:06.247" v="1166"/>
          <ac:grpSpMkLst>
            <pc:docMk/>
            <pc:sldMk cId="3869669126" sldId="261"/>
            <ac:grpSpMk id="51" creationId="{93D9CDCA-7FBA-DB1D-3D27-FFF6C8E9E6CD}"/>
          </ac:grpSpMkLst>
        </pc:grpChg>
        <pc:grpChg chg="mod">
          <ac:chgData name=". ." userId="306759d044d43394" providerId="LiveId" clId="{5D5EE643-3F72-463A-BEE7-D88B4D7B6A6D}" dt="2026-05-09T16:01:18.410" v="485" actId="1076"/>
          <ac:grpSpMkLst>
            <pc:docMk/>
            <pc:sldMk cId="3869669126" sldId="261"/>
            <ac:grpSpMk id="59" creationId="{A48C7D82-F80C-2CE0-5BAD-3DFFCD4973E7}"/>
          </ac:grpSpMkLst>
        </pc:grpChg>
        <pc:grpChg chg="mod">
          <ac:chgData name=". ." userId="306759d044d43394" providerId="LiveId" clId="{5D5EE643-3F72-463A-BEE7-D88B4D7B6A6D}" dt="2026-05-09T16:01:42.483" v="488" actId="1076"/>
          <ac:grpSpMkLst>
            <pc:docMk/>
            <pc:sldMk cId="3869669126" sldId="261"/>
            <ac:grpSpMk id="60" creationId="{B43BC445-0F05-C1E0-C5D4-2D0980FED7D1}"/>
          </ac:grpSpMkLst>
        </pc:grpChg>
        <pc:grpChg chg="mod">
          <ac:chgData name=". ." userId="306759d044d43394" providerId="LiveId" clId="{5D5EE643-3F72-463A-BEE7-D88B4D7B6A6D}" dt="2026-05-09T16:49:36.835" v="1176" actId="1076"/>
          <ac:grpSpMkLst>
            <pc:docMk/>
            <pc:sldMk cId="3869669126" sldId="261"/>
            <ac:grpSpMk id="64" creationId="{C2A2AE1E-F5E4-555F-03AE-E0154B392C9A}"/>
          </ac:grpSpMkLst>
        </pc:grpChg>
        <pc:grpChg chg="add del mod">
          <ac:chgData name=". ." userId="306759d044d43394" providerId="LiveId" clId="{5D5EE643-3F72-463A-BEE7-D88B4D7B6A6D}" dt="2026-05-09T16:48:49.472" v="1171" actId="165"/>
          <ac:grpSpMkLst>
            <pc:docMk/>
            <pc:sldMk cId="3869669126" sldId="261"/>
            <ac:grpSpMk id="68" creationId="{AC56CD07-35D8-905E-5F9A-CF35F9934BA0}"/>
          </ac:grpSpMkLst>
        </pc:grpChg>
        <pc:grpChg chg="mod">
          <ac:chgData name=". ." userId="306759d044d43394" providerId="LiveId" clId="{5D5EE643-3F72-463A-BEE7-D88B4D7B6A6D}" dt="2026-05-09T16:48:24.900" v="1168" actId="1076"/>
          <ac:grpSpMkLst>
            <pc:docMk/>
            <pc:sldMk cId="3869669126" sldId="261"/>
            <ac:grpSpMk id="72" creationId="{E1E97717-40B0-A0F2-1F66-712EB31515CA}"/>
          </ac:grpSpMkLst>
        </pc:grpChg>
        <pc:grpChg chg="mod">
          <ac:chgData name=". ." userId="306759d044d43394" providerId="LiveId" clId="{5D5EE643-3F72-463A-BEE7-D88B4D7B6A6D}" dt="2026-05-09T16:01:42.483" v="488" actId="1076"/>
          <ac:grpSpMkLst>
            <pc:docMk/>
            <pc:sldMk cId="3869669126" sldId="261"/>
            <ac:grpSpMk id="76" creationId="{8F227917-1DE2-F0AD-3FCF-F9B5CA9A5D5A}"/>
          </ac:grpSpMkLst>
        </pc:grpChg>
        <pc:grpChg chg="del mod">
          <ac:chgData name=". ." userId="306759d044d43394" providerId="LiveId" clId="{5D5EE643-3F72-463A-BEE7-D88B4D7B6A6D}" dt="2026-05-10T18:19:03.720" v="1945" actId="478"/>
          <ac:grpSpMkLst>
            <pc:docMk/>
            <pc:sldMk cId="3869669126" sldId="261"/>
            <ac:grpSpMk id="80" creationId="{AE2766BC-322E-CB53-1090-248FB4DAFE97}"/>
          </ac:grpSpMkLst>
        </pc:grpChg>
        <pc:grpChg chg="add mod">
          <ac:chgData name=". ." userId="306759d044d43394" providerId="LiveId" clId="{5D5EE643-3F72-463A-BEE7-D88B4D7B6A6D}" dt="2026-05-09T16:49:00.701" v="1173" actId="1076"/>
          <ac:grpSpMkLst>
            <pc:docMk/>
            <pc:sldMk cId="3869669126" sldId="261"/>
            <ac:grpSpMk id="84" creationId="{39F818ED-1B4F-CFED-F30E-12D3526D7609}"/>
          </ac:grpSpMkLst>
        </pc:grpChg>
        <pc:picChg chg="mod">
          <ac:chgData name=". ." userId="306759d044d43394" providerId="LiveId" clId="{5D5EE643-3F72-463A-BEE7-D88B4D7B6A6D}" dt="2026-05-09T16:20:59.865" v="637" actId="1076"/>
          <ac:picMkLst>
            <pc:docMk/>
            <pc:sldMk cId="3869669126" sldId="261"/>
            <ac:picMk id="5" creationId="{F0880704-8FAE-D53A-D402-A3DA1266533D}"/>
          </ac:picMkLst>
        </pc:picChg>
      </pc:sldChg>
      <pc:sldChg chg="new del">
        <pc:chgData name=". ." userId="306759d044d43394" providerId="LiveId" clId="{5D5EE643-3F72-463A-BEE7-D88B4D7B6A6D}" dt="2026-05-09T16:19:54.840" v="626" actId="47"/>
        <pc:sldMkLst>
          <pc:docMk/>
          <pc:sldMk cId="967217833" sldId="262"/>
        </pc:sldMkLst>
      </pc:sldChg>
      <pc:sldChg chg="addSp delSp modSp add mod">
        <pc:chgData name=". ." userId="306759d044d43394" providerId="LiveId" clId="{5D5EE643-3F72-463A-BEE7-D88B4D7B6A6D}" dt="2026-05-10T18:40:35.896" v="1995" actId="20577"/>
        <pc:sldMkLst>
          <pc:docMk/>
          <pc:sldMk cId="3366194062" sldId="262"/>
        </pc:sldMkLst>
        <pc:spChg chg="mod">
          <ac:chgData name=". ." userId="306759d044d43394" providerId="LiveId" clId="{5D5EE643-3F72-463A-BEE7-D88B4D7B6A6D}" dt="2026-05-09T18:31:39.443" v="1827"/>
          <ac:spMkLst>
            <pc:docMk/>
            <pc:sldMk cId="3366194062" sldId="262"/>
            <ac:spMk id="6" creationId="{A4BEA483-E0AA-9E6F-9216-6F65CDB450B4}"/>
          </ac:spMkLst>
        </pc:spChg>
        <pc:spChg chg="mod">
          <ac:chgData name=". ." userId="306759d044d43394" providerId="LiveId" clId="{5D5EE643-3F72-463A-BEE7-D88B4D7B6A6D}" dt="2026-05-09T18:35:11.076" v="1847" actId="6549"/>
          <ac:spMkLst>
            <pc:docMk/>
            <pc:sldMk cId="3366194062" sldId="262"/>
            <ac:spMk id="7" creationId="{9D4E6C11-2C17-7B1E-B2FE-5C2420988EC0}"/>
          </ac:spMkLst>
        </pc:spChg>
        <pc:spChg chg="mod topLvl">
          <ac:chgData name=". ." userId="306759d044d43394" providerId="LiveId" clId="{5D5EE643-3F72-463A-BEE7-D88B4D7B6A6D}" dt="2026-05-09T16:44:13.345" v="1086" actId="164"/>
          <ac:spMkLst>
            <pc:docMk/>
            <pc:sldMk cId="3366194062" sldId="262"/>
            <ac:spMk id="8" creationId="{2CE0B0B1-C4B7-C6B5-AFD5-275921863E08}"/>
          </ac:spMkLst>
        </pc:spChg>
        <pc:spChg chg="mod topLvl">
          <ac:chgData name=". ." userId="306759d044d43394" providerId="LiveId" clId="{5D5EE643-3F72-463A-BEE7-D88B4D7B6A6D}" dt="2026-05-09T16:44:13.345" v="1086" actId="164"/>
          <ac:spMkLst>
            <pc:docMk/>
            <pc:sldMk cId="3366194062" sldId="262"/>
            <ac:spMk id="9" creationId="{7456302F-E985-6E35-C66C-A08AA613E63D}"/>
          </ac:spMkLst>
        </pc:spChg>
        <pc:spChg chg="mod topLvl">
          <ac:chgData name=". ." userId="306759d044d43394" providerId="LiveId" clId="{5D5EE643-3F72-463A-BEE7-D88B4D7B6A6D}" dt="2026-05-10T18:37:32.752" v="1982" actId="20577"/>
          <ac:spMkLst>
            <pc:docMk/>
            <pc:sldMk cId="3366194062" sldId="262"/>
            <ac:spMk id="10" creationId="{5DE221A1-7F39-C1E0-4D39-4F68203622C9}"/>
          </ac:spMkLst>
        </pc:spChg>
        <pc:spChg chg="mod topLvl">
          <ac:chgData name=". ." userId="306759d044d43394" providerId="LiveId" clId="{5D5EE643-3F72-463A-BEE7-D88B4D7B6A6D}" dt="2026-05-09T16:49:16.110" v="1175" actId="164"/>
          <ac:spMkLst>
            <pc:docMk/>
            <pc:sldMk cId="3366194062" sldId="262"/>
            <ac:spMk id="21" creationId="{C958A4DE-9AB4-193E-E8CA-3DA67E3DC043}"/>
          </ac:spMkLst>
        </pc:spChg>
        <pc:spChg chg="mod topLvl">
          <ac:chgData name=". ." userId="306759d044d43394" providerId="LiveId" clId="{5D5EE643-3F72-463A-BEE7-D88B4D7B6A6D}" dt="2026-05-09T16:49:16.110" v="1175" actId="164"/>
          <ac:spMkLst>
            <pc:docMk/>
            <pc:sldMk cId="3366194062" sldId="262"/>
            <ac:spMk id="25" creationId="{AD3852CF-6598-B3D7-84E0-11E77B99D966}"/>
          </ac:spMkLst>
        </pc:spChg>
        <pc:spChg chg="mod topLvl">
          <ac:chgData name=". ." userId="306759d044d43394" providerId="LiveId" clId="{5D5EE643-3F72-463A-BEE7-D88B4D7B6A6D}" dt="2026-05-10T18:31:08.721" v="1968"/>
          <ac:spMkLst>
            <pc:docMk/>
            <pc:sldMk cId="3366194062" sldId="262"/>
            <ac:spMk id="26" creationId="{97AA3E68-660B-E3CB-56F0-BDC997544D63}"/>
          </ac:spMkLst>
        </pc:spChg>
        <pc:spChg chg="add mod">
          <ac:chgData name=". ." userId="306759d044d43394" providerId="LiveId" clId="{5D5EE643-3F72-463A-BEE7-D88B4D7B6A6D}" dt="2026-05-09T16:46:33.199" v="1116"/>
          <ac:spMkLst>
            <pc:docMk/>
            <pc:sldMk cId="3366194062" sldId="262"/>
            <ac:spMk id="30" creationId="{72D8F758-2704-AE25-66AF-07C0B6BA4AE1}"/>
          </ac:spMkLst>
        </pc:spChg>
        <pc:spChg chg="add mod">
          <ac:chgData name=". ." userId="306759d044d43394" providerId="LiveId" clId="{5D5EE643-3F72-463A-BEE7-D88B4D7B6A6D}" dt="2026-05-09T16:47:50.419" v="1162" actId="164"/>
          <ac:spMkLst>
            <pc:docMk/>
            <pc:sldMk cId="3366194062" sldId="262"/>
            <ac:spMk id="31" creationId="{7F24999E-9414-6FCA-2387-89A40B543FCB}"/>
          </ac:spMkLst>
        </pc:spChg>
        <pc:spChg chg="add mod">
          <ac:chgData name=". ." userId="306759d044d43394" providerId="LiveId" clId="{5D5EE643-3F72-463A-BEE7-D88B4D7B6A6D}" dt="2026-05-09T16:47:50.419" v="1162" actId="164"/>
          <ac:spMkLst>
            <pc:docMk/>
            <pc:sldMk cId="3366194062" sldId="262"/>
            <ac:spMk id="32" creationId="{7C4F6C65-7B53-8388-C74F-E724CA0635C9}"/>
          </ac:spMkLst>
        </pc:spChg>
        <pc:spChg chg="add mod">
          <ac:chgData name=". ." userId="306759d044d43394" providerId="LiveId" clId="{5D5EE643-3F72-463A-BEE7-D88B4D7B6A6D}" dt="2026-05-10T18:30:36.565" v="1967"/>
          <ac:spMkLst>
            <pc:docMk/>
            <pc:sldMk cId="3366194062" sldId="262"/>
            <ac:spMk id="33" creationId="{DEB22702-B692-84EB-20AC-181968C5414D}"/>
          </ac:spMkLst>
        </pc:spChg>
        <pc:spChg chg="mod">
          <ac:chgData name=". ." userId="306759d044d43394" providerId="LiveId" clId="{5D5EE643-3F72-463A-BEE7-D88B4D7B6A6D}" dt="2026-05-10T18:38:24.997" v="1983" actId="20577"/>
          <ac:spMkLst>
            <pc:docMk/>
            <pc:sldMk cId="3366194062" sldId="262"/>
            <ac:spMk id="35" creationId="{43F7C2AD-5DEC-D15F-E11B-F1264F8719DA}"/>
          </ac:spMkLst>
        </pc:spChg>
        <pc:spChg chg="mod">
          <ac:chgData name=". ." userId="306759d044d43394" providerId="LiveId" clId="{5D5EE643-3F72-463A-BEE7-D88B4D7B6A6D}" dt="2026-05-10T18:40:35.896" v="1995" actId="20577"/>
          <ac:spMkLst>
            <pc:docMk/>
            <pc:sldMk cId="3366194062" sldId="262"/>
            <ac:spMk id="40" creationId="{8821868E-E4E2-375C-D2EA-3D24486B7C58}"/>
          </ac:spMkLst>
        </pc:spChg>
        <pc:spChg chg="mod">
          <ac:chgData name=". ." userId="306759d044d43394" providerId="LiveId" clId="{5D5EE643-3F72-463A-BEE7-D88B4D7B6A6D}" dt="2026-05-09T17:11:33.535" v="1261"/>
          <ac:spMkLst>
            <pc:docMk/>
            <pc:sldMk cId="3366194062" sldId="262"/>
            <ac:spMk id="47" creationId="{76B7F080-8B55-D00C-AE91-8114DBED1085}"/>
          </ac:spMkLst>
        </pc:spChg>
        <pc:spChg chg="mod">
          <ac:chgData name=". ." userId="306759d044d43394" providerId="LiveId" clId="{5D5EE643-3F72-463A-BEE7-D88B4D7B6A6D}" dt="2026-05-09T17:11:33.535" v="1261"/>
          <ac:spMkLst>
            <pc:docMk/>
            <pc:sldMk cId="3366194062" sldId="262"/>
            <ac:spMk id="48" creationId="{2419DD30-1C80-920B-3BA0-DD86C50D8934}"/>
          </ac:spMkLst>
        </pc:spChg>
        <pc:spChg chg="mod">
          <ac:chgData name=". ." userId="306759d044d43394" providerId="LiveId" clId="{5D5EE643-3F72-463A-BEE7-D88B4D7B6A6D}" dt="2026-05-09T17:11:33.535" v="1261"/>
          <ac:spMkLst>
            <pc:docMk/>
            <pc:sldMk cId="3366194062" sldId="262"/>
            <ac:spMk id="50" creationId="{43969ADB-A384-6E7F-53C3-AA993BBBF277}"/>
          </ac:spMkLst>
        </pc:spChg>
        <pc:spChg chg="mod">
          <ac:chgData name=". ." userId="306759d044d43394" providerId="LiveId" clId="{5D5EE643-3F72-463A-BEE7-D88B4D7B6A6D}" dt="2026-05-09T18:35:15.021" v="1849"/>
          <ac:spMkLst>
            <pc:docMk/>
            <pc:sldMk cId="3366194062" sldId="262"/>
            <ac:spMk id="52" creationId="{88E17EE2-4EF8-D547-845B-1BB97B3C2F45}"/>
          </ac:spMkLst>
        </pc:spChg>
        <pc:spChg chg="mod">
          <ac:chgData name=". ." userId="306759d044d43394" providerId="LiveId" clId="{5D5EE643-3F72-463A-BEE7-D88B4D7B6A6D}" dt="2026-05-09T18:35:15.021" v="1849"/>
          <ac:spMkLst>
            <pc:docMk/>
            <pc:sldMk cId="3366194062" sldId="262"/>
            <ac:spMk id="53" creationId="{02D5E854-2E0E-26E1-7136-A75073C6BFF2}"/>
          </ac:spMkLst>
        </pc:spChg>
        <pc:spChg chg="mod">
          <ac:chgData name=". ." userId="306759d044d43394" providerId="LiveId" clId="{5D5EE643-3F72-463A-BEE7-D88B4D7B6A6D}" dt="2026-05-09T18:35:15.021" v="1849"/>
          <ac:spMkLst>
            <pc:docMk/>
            <pc:sldMk cId="3366194062" sldId="262"/>
            <ac:spMk id="54" creationId="{B21DA8DA-4024-FC63-A8E5-91CD56F7D306}"/>
          </ac:spMkLst>
        </pc:spChg>
        <pc:grpChg chg="add del mod">
          <ac:chgData name=". ." userId="306759d044d43394" providerId="LiveId" clId="{5D5EE643-3F72-463A-BEE7-D88B4D7B6A6D}" dt="2026-05-09T18:35:14.672" v="1848" actId="478"/>
          <ac:grpSpMkLst>
            <pc:docMk/>
            <pc:sldMk cId="3366194062" sldId="262"/>
            <ac:grpSpMk id="4" creationId="{BE4163BB-5FAD-C076-8A39-F75631695950}"/>
          </ac:grpSpMkLst>
        </pc:grpChg>
        <pc:grpChg chg="add del mod">
          <ac:chgData name=". ." userId="306759d044d43394" providerId="LiveId" clId="{5D5EE643-3F72-463A-BEE7-D88B4D7B6A6D}" dt="2026-05-09T16:42:24.965" v="1060" actId="165"/>
          <ac:grpSpMkLst>
            <pc:docMk/>
            <pc:sldMk cId="3366194062" sldId="262"/>
            <ac:grpSpMk id="7" creationId="{FA7C58FC-A420-020A-D8A7-2535E614BA2A}"/>
          </ac:grpSpMkLst>
        </pc:grpChg>
        <pc:grpChg chg="add mod">
          <ac:chgData name=". ." userId="306759d044d43394" providerId="LiveId" clId="{5D5EE643-3F72-463A-BEE7-D88B4D7B6A6D}" dt="2026-05-09T16:44:13.345" v="1086" actId="164"/>
          <ac:grpSpMkLst>
            <pc:docMk/>
            <pc:sldMk cId="3366194062" sldId="262"/>
            <ac:grpSpMk id="12" creationId="{FBF9F8DC-1046-192C-8D4C-D58F5B8F3A32}"/>
          </ac:grpSpMkLst>
        </pc:grpChg>
        <pc:grpChg chg="add del mod">
          <ac:chgData name=". ." userId="306759d044d43394" providerId="LiveId" clId="{5D5EE643-3F72-463A-BEE7-D88B4D7B6A6D}" dt="2026-05-09T16:45:32.409" v="1108" actId="165"/>
          <ac:grpSpMkLst>
            <pc:docMk/>
            <pc:sldMk cId="3366194062" sldId="262"/>
            <ac:grpSpMk id="13" creationId="{ABEF0387-EB6B-DF2D-C368-29E33A960077}"/>
          </ac:grpSpMkLst>
        </pc:grpChg>
        <pc:grpChg chg="add mod">
          <ac:chgData name=". ." userId="306759d044d43394" providerId="LiveId" clId="{5D5EE643-3F72-463A-BEE7-D88B4D7B6A6D}" dt="2026-05-09T18:35:29.977" v="1851" actId="1076"/>
          <ac:grpSpMkLst>
            <pc:docMk/>
            <pc:sldMk cId="3366194062" sldId="262"/>
            <ac:grpSpMk id="13" creationId="{AFBD86AE-97AA-01E5-ECB7-AEBF135D0BF2}"/>
          </ac:grpSpMkLst>
        </pc:grpChg>
        <pc:grpChg chg="mod">
          <ac:chgData name=". ." userId="306759d044d43394" providerId="LiveId" clId="{5D5EE643-3F72-463A-BEE7-D88B4D7B6A6D}" dt="2026-05-09T16:34:10.730" v="1045" actId="1076"/>
          <ac:grpSpMkLst>
            <pc:docMk/>
            <pc:sldMk cId="3366194062" sldId="262"/>
            <ac:grpSpMk id="23" creationId="{DABB0682-DF47-1CD0-E34B-6D98FAC31DCE}"/>
          </ac:grpSpMkLst>
        </pc:grpChg>
        <pc:grpChg chg="mod">
          <ac:chgData name=". ." userId="306759d044d43394" providerId="LiveId" clId="{5D5EE643-3F72-463A-BEE7-D88B4D7B6A6D}" dt="2026-05-09T16:34:07.088" v="1044" actId="688"/>
          <ac:grpSpMkLst>
            <pc:docMk/>
            <pc:sldMk cId="3366194062" sldId="262"/>
            <ac:grpSpMk id="24" creationId="{E06C03FE-54AB-D967-30A0-889905D417C9}"/>
          </ac:grpSpMkLst>
        </pc:grpChg>
        <pc:grpChg chg="add del mod">
          <ac:chgData name=". ." userId="306759d044d43394" providerId="LiveId" clId="{5D5EE643-3F72-463A-BEE7-D88B4D7B6A6D}" dt="2026-05-09T16:49:08.468" v="1174" actId="165"/>
          <ac:grpSpMkLst>
            <pc:docMk/>
            <pc:sldMk cId="3366194062" sldId="262"/>
            <ac:grpSpMk id="27" creationId="{909A8D28-BFD8-F512-5C54-E82418078D1A}"/>
          </ac:grpSpMkLst>
        </pc:grpChg>
        <pc:grpChg chg="mod">
          <ac:chgData name=". ." userId="306759d044d43394" providerId="LiveId" clId="{5D5EE643-3F72-463A-BEE7-D88B4D7B6A6D}" dt="2026-05-09T18:35:15.021" v="1849"/>
          <ac:grpSpMkLst>
            <pc:docMk/>
            <pc:sldMk cId="3366194062" sldId="262"/>
            <ac:grpSpMk id="27" creationId="{DCC59885-B881-F0C1-423E-A3CAA4E53601}"/>
          </ac:grpSpMkLst>
        </pc:grpChg>
        <pc:grpChg chg="mod">
          <ac:chgData name=". ." userId="306759d044d43394" providerId="LiveId" clId="{5D5EE643-3F72-463A-BEE7-D88B4D7B6A6D}" dt="2026-05-09T18:35:15.021" v="1849"/>
          <ac:grpSpMkLst>
            <pc:docMk/>
            <pc:sldMk cId="3366194062" sldId="262"/>
            <ac:grpSpMk id="30" creationId="{2171F384-7AC9-13D8-ABD7-70864A033B66}"/>
          </ac:grpSpMkLst>
        </pc:grpChg>
        <pc:grpChg chg="add mod">
          <ac:chgData name=". ." userId="306759d044d43394" providerId="LiveId" clId="{5D5EE643-3F72-463A-BEE7-D88B4D7B6A6D}" dt="2026-05-09T16:47:57.646" v="1165" actId="1076"/>
          <ac:grpSpMkLst>
            <pc:docMk/>
            <pc:sldMk cId="3366194062" sldId="262"/>
            <ac:grpSpMk id="34" creationId="{E30FF01F-FA9D-8276-2CC6-98CE6A34D582}"/>
          </ac:grpSpMkLst>
        </pc:grpChg>
        <pc:grpChg chg="mod">
          <ac:chgData name=". ." userId="306759d044d43394" providerId="LiveId" clId="{5D5EE643-3F72-463A-BEE7-D88B4D7B6A6D}" dt="2026-05-09T16:33:02.815" v="1034" actId="1076"/>
          <ac:grpSpMkLst>
            <pc:docMk/>
            <pc:sldMk cId="3366194062" sldId="262"/>
            <ac:grpSpMk id="36" creationId="{8F18FF1A-1298-3C5F-FCF3-550CD2B9D785}"/>
          </ac:grpSpMkLst>
        </pc:grpChg>
        <pc:grpChg chg="add mod">
          <ac:chgData name=". ." userId="306759d044d43394" providerId="LiveId" clId="{5D5EE643-3F72-463A-BEE7-D88B4D7B6A6D}" dt="2026-05-09T16:49:16.110" v="1175" actId="164"/>
          <ac:grpSpMkLst>
            <pc:docMk/>
            <pc:sldMk cId="3366194062" sldId="262"/>
            <ac:grpSpMk id="37" creationId="{FF1A48DC-6856-8860-33E5-3175F42B822F}"/>
          </ac:grpSpMkLst>
        </pc:grpChg>
        <pc:grpChg chg="mod">
          <ac:chgData name=". ." userId="306759d044d43394" providerId="LiveId" clId="{5D5EE643-3F72-463A-BEE7-D88B4D7B6A6D}" dt="2026-05-09T16:33:02.815" v="1034" actId="1076"/>
          <ac:grpSpMkLst>
            <pc:docMk/>
            <pc:sldMk cId="3366194062" sldId="262"/>
            <ac:grpSpMk id="41" creationId="{94E4E60A-58B2-758E-8E3C-9F8A47177F93}"/>
          </ac:grpSpMkLst>
        </pc:grpChg>
        <pc:grpChg chg="add mod">
          <ac:chgData name=". ." userId="306759d044d43394" providerId="LiveId" clId="{5D5EE643-3F72-463A-BEE7-D88B4D7B6A6D}" dt="2026-05-09T17:11:53.064" v="1263" actId="1076"/>
          <ac:grpSpMkLst>
            <pc:docMk/>
            <pc:sldMk cId="3366194062" sldId="262"/>
            <ac:grpSpMk id="42" creationId="{17056AC6-6E16-B9EA-5512-F023BD653A51}"/>
          </ac:grpSpMkLst>
        </pc:grpChg>
        <pc:grpChg chg="mod">
          <ac:chgData name=". ." userId="306759d044d43394" providerId="LiveId" clId="{5D5EE643-3F72-463A-BEE7-D88B4D7B6A6D}" dt="2026-05-09T16:33:02.815" v="1034" actId="1076"/>
          <ac:grpSpMkLst>
            <pc:docMk/>
            <pc:sldMk cId="3366194062" sldId="262"/>
            <ac:grpSpMk id="46" creationId="{BD27B960-D60D-C022-D61F-A9D397A62690}"/>
          </ac:grpSpMkLst>
        </pc:grpChg>
        <pc:grpChg chg="add del mod">
          <ac:chgData name=". ." userId="306759d044d43394" providerId="LiveId" clId="{5D5EE643-3F72-463A-BEE7-D88B4D7B6A6D}" dt="2026-05-09T18:35:07.761" v="1845" actId="478"/>
          <ac:grpSpMkLst>
            <pc:docMk/>
            <pc:sldMk cId="3366194062" sldId="262"/>
            <ac:grpSpMk id="49" creationId="{F7A51A30-0F3E-EB79-1E5E-8AFC8E33B3D4}"/>
          </ac:grpSpMkLst>
        </pc:grpChg>
        <pc:grpChg chg="del">
          <ac:chgData name=". ." userId="306759d044d43394" providerId="LiveId" clId="{5D5EE643-3F72-463A-BEE7-D88B4D7B6A6D}" dt="2026-05-09T16:32:52.202" v="1033" actId="478"/>
          <ac:grpSpMkLst>
            <pc:docMk/>
            <pc:sldMk cId="3366194062" sldId="262"/>
            <ac:grpSpMk id="59" creationId="{FED9B3C2-92C6-14E4-D3B1-5C257D3CF500}"/>
          </ac:grpSpMkLst>
        </pc:grpChg>
        <pc:grpChg chg="del">
          <ac:chgData name=". ." userId="306759d044d43394" providerId="LiveId" clId="{5D5EE643-3F72-463A-BEE7-D88B4D7B6A6D}" dt="2026-05-09T16:32:47.670" v="1032" actId="478"/>
          <ac:grpSpMkLst>
            <pc:docMk/>
            <pc:sldMk cId="3366194062" sldId="262"/>
            <ac:grpSpMk id="60" creationId="{77233CCB-638E-D37E-131F-A03F68CEEA90}"/>
          </ac:grpSpMkLst>
        </pc:grpChg>
        <pc:grpChg chg="del">
          <ac:chgData name=". ." userId="306759d044d43394" providerId="LiveId" clId="{5D5EE643-3F72-463A-BEE7-D88B4D7B6A6D}" dt="2026-05-09T16:32:47.670" v="1032" actId="478"/>
          <ac:grpSpMkLst>
            <pc:docMk/>
            <pc:sldMk cId="3366194062" sldId="262"/>
            <ac:grpSpMk id="76" creationId="{1BD5250F-E5D5-B5DA-63CF-2E3681362F47}"/>
          </ac:grpSpMkLst>
        </pc:grpChg>
        <pc:grpChg chg="del">
          <ac:chgData name=". ." userId="306759d044d43394" providerId="LiveId" clId="{5D5EE643-3F72-463A-BEE7-D88B4D7B6A6D}" dt="2026-05-09T16:32:47.670" v="1032" actId="478"/>
          <ac:grpSpMkLst>
            <pc:docMk/>
            <pc:sldMk cId="3366194062" sldId="262"/>
            <ac:grpSpMk id="80" creationId="{518916F0-88BB-5D14-428A-DB02A8CACC16}"/>
          </ac:grpSpMkLst>
        </pc:grpChg>
        <pc:picChg chg="mod">
          <ac:chgData name=". ." userId="306759d044d43394" providerId="LiveId" clId="{5D5EE643-3F72-463A-BEE7-D88B4D7B6A6D}" dt="2026-05-09T16:47:52.971" v="1164" actId="1076"/>
          <ac:picMkLst>
            <pc:docMk/>
            <pc:sldMk cId="3366194062" sldId="262"/>
            <ac:picMk id="5" creationId="{C5F45036-8209-76A3-42AE-4107A9EADBFF}"/>
          </ac:picMkLst>
        </pc:picChg>
        <pc:picChg chg="mod">
          <ac:chgData name=". ." userId="306759d044d43394" providerId="LiveId" clId="{5D5EE643-3F72-463A-BEE7-D88B4D7B6A6D}" dt="2026-05-09T17:11:33.535" v="1261"/>
          <ac:picMkLst>
            <pc:docMk/>
            <pc:sldMk cId="3366194062" sldId="262"/>
            <ac:picMk id="51" creationId="{8BD6EC6A-049E-EC61-2EAA-1142945B9320}"/>
          </ac:picMkLst>
        </pc:picChg>
        <pc:picChg chg="mod">
          <ac:chgData name=". ." userId="306759d044d43394" providerId="LiveId" clId="{5D5EE643-3F72-463A-BEE7-D88B4D7B6A6D}" dt="2026-05-09T18:35:15.021" v="1849"/>
          <ac:picMkLst>
            <pc:docMk/>
            <pc:sldMk cId="3366194062" sldId="262"/>
            <ac:picMk id="55" creationId="{A65B7641-00C2-939B-8975-5451A1C6E3A7}"/>
          </ac:picMkLst>
        </pc:picChg>
      </pc:sldChg>
      <pc:sldChg chg="addSp delSp modSp add mod">
        <pc:chgData name=". ." userId="306759d044d43394" providerId="LiveId" clId="{5D5EE643-3F72-463A-BEE7-D88B4D7B6A6D}" dt="2026-05-10T18:41:15.384" v="1997" actId="20577"/>
        <pc:sldMkLst>
          <pc:docMk/>
          <pc:sldMk cId="3491959630" sldId="263"/>
        </pc:sldMkLst>
        <pc:spChg chg="mod topLvl">
          <ac:chgData name=". ." userId="306759d044d43394" providerId="LiveId" clId="{5D5EE643-3F72-463A-BEE7-D88B4D7B6A6D}" dt="2026-05-09T18:31:09.192" v="1820" actId="164"/>
          <ac:spMkLst>
            <pc:docMk/>
            <pc:sldMk cId="3491959630" sldId="263"/>
            <ac:spMk id="6" creationId="{08DE603B-BBE8-EE02-ADFD-EAD3C12DBC51}"/>
          </ac:spMkLst>
        </pc:spChg>
        <pc:spChg chg="mod">
          <ac:chgData name=". ." userId="306759d044d43394" providerId="LiveId" clId="{5D5EE643-3F72-463A-BEE7-D88B4D7B6A6D}" dt="2026-05-09T17:03:00.879" v="1185"/>
          <ac:spMkLst>
            <pc:docMk/>
            <pc:sldMk cId="3491959630" sldId="263"/>
            <ac:spMk id="6" creationId="{5710C1E8-93A6-81EF-0745-4B3DA9B5E0C1}"/>
          </ac:spMkLst>
        </pc:spChg>
        <pc:spChg chg="mod topLvl">
          <ac:chgData name=". ." userId="306759d044d43394" providerId="LiveId" clId="{5D5EE643-3F72-463A-BEE7-D88B4D7B6A6D}" dt="2026-05-09T18:31:09.192" v="1820" actId="164"/>
          <ac:spMkLst>
            <pc:docMk/>
            <pc:sldMk cId="3491959630" sldId="263"/>
            <ac:spMk id="7" creationId="{26DBE124-7CBF-D73D-34FC-825DFEF28290}"/>
          </ac:spMkLst>
        </pc:spChg>
        <pc:spChg chg="mod">
          <ac:chgData name=". ." userId="306759d044d43394" providerId="LiveId" clId="{5D5EE643-3F72-463A-BEE7-D88B4D7B6A6D}" dt="2026-05-09T17:03:00.879" v="1185"/>
          <ac:spMkLst>
            <pc:docMk/>
            <pc:sldMk cId="3491959630" sldId="263"/>
            <ac:spMk id="7" creationId="{AB414D7B-7C36-B58A-5C5A-ED01DBBDF116}"/>
          </ac:spMkLst>
        </pc:spChg>
        <pc:spChg chg="mod">
          <ac:chgData name=". ." userId="306759d044d43394" providerId="LiveId" clId="{5D5EE643-3F72-463A-BEE7-D88B4D7B6A6D}" dt="2026-05-10T18:41:15.384" v="1997" actId="20577"/>
          <ac:spMkLst>
            <pc:docMk/>
            <pc:sldMk cId="3491959630" sldId="263"/>
            <ac:spMk id="10" creationId="{FA6CBD80-E753-E42E-6E57-6CB1B36093CC}"/>
          </ac:spMkLst>
        </pc:spChg>
        <pc:spChg chg="mod">
          <ac:chgData name=". ." userId="306759d044d43394" providerId="LiveId" clId="{5D5EE643-3F72-463A-BEE7-D88B4D7B6A6D}" dt="2026-05-09T17:03:00.879" v="1185"/>
          <ac:spMkLst>
            <pc:docMk/>
            <pc:sldMk cId="3491959630" sldId="263"/>
            <ac:spMk id="13" creationId="{A6B4043E-3F2A-0F5C-7C58-7D4BC55C96E5}"/>
          </ac:spMkLst>
        </pc:spChg>
        <pc:spChg chg="mod">
          <ac:chgData name=". ." userId="306759d044d43394" providerId="LiveId" clId="{5D5EE643-3F72-463A-BEE7-D88B4D7B6A6D}" dt="2026-05-09T18:33:26.579" v="1835"/>
          <ac:spMkLst>
            <pc:docMk/>
            <pc:sldMk cId="3491959630" sldId="263"/>
            <ac:spMk id="14" creationId="{C1FBDCEC-D3D5-3C42-99EC-4DC0CB1AA0D9}"/>
          </ac:spMkLst>
        </pc:spChg>
        <pc:spChg chg="mod">
          <ac:chgData name=". ." userId="306759d044d43394" providerId="LiveId" clId="{5D5EE643-3F72-463A-BEE7-D88B4D7B6A6D}" dt="2026-05-09T18:33:26.579" v="1835"/>
          <ac:spMkLst>
            <pc:docMk/>
            <pc:sldMk cId="3491959630" sldId="263"/>
            <ac:spMk id="15" creationId="{AE3390EB-AA2D-392B-CD52-B6B408BEC070}"/>
          </ac:spMkLst>
        </pc:spChg>
        <pc:spChg chg="mod">
          <ac:chgData name=". ." userId="306759d044d43394" providerId="LiveId" clId="{5D5EE643-3F72-463A-BEE7-D88B4D7B6A6D}" dt="2026-05-09T18:35:55.760" v="1854"/>
          <ac:spMkLst>
            <pc:docMk/>
            <pc:sldMk cId="3491959630" sldId="263"/>
            <ac:spMk id="22" creationId="{02BBD88E-4732-7915-9171-AD4C774973D8}"/>
          </ac:spMkLst>
        </pc:spChg>
        <pc:spChg chg="mod">
          <ac:chgData name=". ." userId="306759d044d43394" providerId="LiveId" clId="{5D5EE643-3F72-463A-BEE7-D88B4D7B6A6D}" dt="2026-05-09T18:35:55.760" v="1854"/>
          <ac:spMkLst>
            <pc:docMk/>
            <pc:sldMk cId="3491959630" sldId="263"/>
            <ac:spMk id="23" creationId="{5E0D7675-91F2-A5FC-67B4-A51A803E1503}"/>
          </ac:spMkLst>
        </pc:spChg>
        <pc:spChg chg="mod">
          <ac:chgData name=". ." userId="306759d044d43394" providerId="LiveId" clId="{5D5EE643-3F72-463A-BEE7-D88B4D7B6A6D}" dt="2026-05-09T18:35:55.760" v="1854"/>
          <ac:spMkLst>
            <pc:docMk/>
            <pc:sldMk cId="3491959630" sldId="263"/>
            <ac:spMk id="24" creationId="{3B86B42E-88BB-01A3-C803-307253E66CFF}"/>
          </ac:spMkLst>
        </pc:spChg>
        <pc:spChg chg="mod">
          <ac:chgData name=". ." userId="306759d044d43394" providerId="LiveId" clId="{5D5EE643-3F72-463A-BEE7-D88B4D7B6A6D}" dt="2026-05-10T18:31:08.721" v="1968"/>
          <ac:spMkLst>
            <pc:docMk/>
            <pc:sldMk cId="3491959630" sldId="263"/>
            <ac:spMk id="26" creationId="{3E14BC48-A268-48C1-FA38-C97A147FBCCE}"/>
          </ac:spMkLst>
        </pc:spChg>
        <pc:spChg chg="mod">
          <ac:chgData name=". ." userId="306759d044d43394" providerId="LiveId" clId="{5D5EE643-3F72-463A-BEE7-D88B4D7B6A6D}" dt="2026-05-09T17:03:00.879" v="1185"/>
          <ac:spMkLst>
            <pc:docMk/>
            <pc:sldMk cId="3491959630" sldId="263"/>
            <ac:spMk id="30" creationId="{20D454BF-F4DD-D90D-62E3-CAA47E1CA8F1}"/>
          </ac:spMkLst>
        </pc:spChg>
        <pc:spChg chg="mod">
          <ac:chgData name=". ." userId="306759d044d43394" providerId="LiveId" clId="{5D5EE643-3F72-463A-BEE7-D88B4D7B6A6D}" dt="2026-05-10T18:30:36.565" v="1967"/>
          <ac:spMkLst>
            <pc:docMk/>
            <pc:sldMk cId="3491959630" sldId="263"/>
            <ac:spMk id="33" creationId="{20B151AC-1F66-74D2-2E47-FBDE2ED64250}"/>
          </ac:spMkLst>
        </pc:spChg>
        <pc:spChg chg="mod">
          <ac:chgData name=". ." userId="306759d044d43394" providerId="LiveId" clId="{5D5EE643-3F72-463A-BEE7-D88B4D7B6A6D}" dt="2026-05-09T17:03:00.879" v="1185"/>
          <ac:spMkLst>
            <pc:docMk/>
            <pc:sldMk cId="3491959630" sldId="263"/>
            <ac:spMk id="42" creationId="{B93B4D5B-1E9C-080E-A70F-AE3447188A98}"/>
          </ac:spMkLst>
        </pc:spChg>
        <pc:spChg chg="mod">
          <ac:chgData name=". ." userId="306759d044d43394" providerId="LiveId" clId="{5D5EE643-3F72-463A-BEE7-D88B4D7B6A6D}" dt="2026-05-09T17:03:00.879" v="1185"/>
          <ac:spMkLst>
            <pc:docMk/>
            <pc:sldMk cId="3491959630" sldId="263"/>
            <ac:spMk id="47" creationId="{5041046C-742D-9017-849D-6F3888BE5BC4}"/>
          </ac:spMkLst>
        </pc:spChg>
        <pc:spChg chg="mod">
          <ac:chgData name=". ." userId="306759d044d43394" providerId="LiveId" clId="{5D5EE643-3F72-463A-BEE7-D88B4D7B6A6D}" dt="2026-05-09T17:03:00.879" v="1185"/>
          <ac:spMkLst>
            <pc:docMk/>
            <pc:sldMk cId="3491959630" sldId="263"/>
            <ac:spMk id="49" creationId="{E386BB13-2CAA-BDA8-507D-44B153B5DD08}"/>
          </ac:spMkLst>
        </pc:spChg>
        <pc:spChg chg="mod">
          <ac:chgData name=". ." userId="306759d044d43394" providerId="LiveId" clId="{5D5EE643-3F72-463A-BEE7-D88B4D7B6A6D}" dt="2026-05-09T17:03:00.879" v="1185"/>
          <ac:spMkLst>
            <pc:docMk/>
            <pc:sldMk cId="3491959630" sldId="263"/>
            <ac:spMk id="50" creationId="{87992B6A-F7A9-C910-17DD-81DA2D151344}"/>
          </ac:spMkLst>
        </pc:spChg>
        <pc:spChg chg="mod">
          <ac:chgData name=". ." userId="306759d044d43394" providerId="LiveId" clId="{5D5EE643-3F72-463A-BEE7-D88B4D7B6A6D}" dt="2026-05-09T17:03:00.879" v="1185"/>
          <ac:spMkLst>
            <pc:docMk/>
            <pc:sldMk cId="3491959630" sldId="263"/>
            <ac:spMk id="51" creationId="{17105428-F925-2472-DA26-85AEFF55069C}"/>
          </ac:spMkLst>
        </pc:spChg>
        <pc:spChg chg="mod">
          <ac:chgData name=". ." userId="306759d044d43394" providerId="LiveId" clId="{5D5EE643-3F72-463A-BEE7-D88B4D7B6A6D}" dt="2026-05-09T17:03:06.436" v="1186"/>
          <ac:spMkLst>
            <pc:docMk/>
            <pc:sldMk cId="3491959630" sldId="263"/>
            <ac:spMk id="53" creationId="{14B46C1D-3F09-37FF-30A4-534F87C3C4AB}"/>
          </ac:spMkLst>
        </pc:spChg>
        <pc:spChg chg="mod">
          <ac:chgData name=". ." userId="306759d044d43394" providerId="LiveId" clId="{5D5EE643-3F72-463A-BEE7-D88B4D7B6A6D}" dt="2026-05-09T17:03:15.652" v="1200" actId="20577"/>
          <ac:spMkLst>
            <pc:docMk/>
            <pc:sldMk cId="3491959630" sldId="263"/>
            <ac:spMk id="54" creationId="{0F80E398-B8FF-16EB-E531-63728FBD22E0}"/>
          </ac:spMkLst>
        </pc:spChg>
        <pc:spChg chg="add mod">
          <ac:chgData name=". ." userId="306759d044d43394" providerId="LiveId" clId="{5D5EE643-3F72-463A-BEE7-D88B4D7B6A6D}" dt="2026-05-09T17:03:35.655" v="1204" actId="767"/>
          <ac:spMkLst>
            <pc:docMk/>
            <pc:sldMk cId="3491959630" sldId="263"/>
            <ac:spMk id="55" creationId="{0F26023B-2CEF-CC47-C9C6-EAC82117AF7C}"/>
          </ac:spMkLst>
        </pc:spChg>
        <pc:spChg chg="add mod">
          <ac:chgData name=". ." userId="306759d044d43394" providerId="LiveId" clId="{5D5EE643-3F72-463A-BEE7-D88B4D7B6A6D}" dt="2026-05-09T17:07:59.750" v="1239" actId="164"/>
          <ac:spMkLst>
            <pc:docMk/>
            <pc:sldMk cId="3491959630" sldId="263"/>
            <ac:spMk id="56" creationId="{A7521E98-6EEE-44B0-D8D0-5D524848BD0E}"/>
          </ac:spMkLst>
        </pc:spChg>
        <pc:spChg chg="add del">
          <ac:chgData name=". ." userId="306759d044d43394" providerId="LiveId" clId="{5D5EE643-3F72-463A-BEE7-D88B4D7B6A6D}" dt="2026-05-09T17:04:16.742" v="1213" actId="22"/>
          <ac:spMkLst>
            <pc:docMk/>
            <pc:sldMk cId="3491959630" sldId="263"/>
            <ac:spMk id="58" creationId="{81E6780C-A0CE-88F5-5E7B-5F0D670BA42F}"/>
          </ac:spMkLst>
        </pc:spChg>
        <pc:spChg chg="add del">
          <ac:chgData name=". ." userId="306759d044d43394" providerId="LiveId" clId="{5D5EE643-3F72-463A-BEE7-D88B4D7B6A6D}" dt="2026-05-09T17:04:24.638" v="1216" actId="22"/>
          <ac:spMkLst>
            <pc:docMk/>
            <pc:sldMk cId="3491959630" sldId="263"/>
            <ac:spMk id="60" creationId="{52D566D0-6924-2510-BA9F-154654438D47}"/>
          </ac:spMkLst>
        </pc:spChg>
        <pc:spChg chg="add mod">
          <ac:chgData name=". ." userId="306759d044d43394" providerId="LiveId" clId="{5D5EE643-3F72-463A-BEE7-D88B4D7B6A6D}" dt="2026-05-09T17:09:51.367" v="1251"/>
          <ac:spMkLst>
            <pc:docMk/>
            <pc:sldMk cId="3491959630" sldId="263"/>
            <ac:spMk id="63" creationId="{9B94A475-E962-E1A2-7CB0-EC6E407AC504}"/>
          </ac:spMkLst>
        </pc:spChg>
        <pc:spChg chg="mod">
          <ac:chgData name=". ." userId="306759d044d43394" providerId="LiveId" clId="{5D5EE643-3F72-463A-BEE7-D88B4D7B6A6D}" dt="2026-05-09T17:10:02.438" v="1253"/>
          <ac:spMkLst>
            <pc:docMk/>
            <pc:sldMk cId="3491959630" sldId="263"/>
            <ac:spMk id="65" creationId="{64D4A8EF-3E50-CD74-3688-EE661BF6D823}"/>
          </ac:spMkLst>
        </pc:spChg>
        <pc:grpChg chg="add del mod">
          <ac:chgData name=". ." userId="306759d044d43394" providerId="LiveId" clId="{5D5EE643-3F72-463A-BEE7-D88B4D7B6A6D}" dt="2026-05-09T18:30:26.029" v="1813" actId="165"/>
          <ac:grpSpMkLst>
            <pc:docMk/>
            <pc:sldMk cId="3491959630" sldId="263"/>
            <ac:grpSpMk id="4" creationId="{9C688A39-68D1-8978-C53B-95AA4A0F65DE}"/>
          </ac:grpSpMkLst>
        </pc:grpChg>
        <pc:grpChg chg="add mod">
          <ac:chgData name=". ." userId="306759d044d43394" providerId="LiveId" clId="{5D5EE643-3F72-463A-BEE7-D88B4D7B6A6D}" dt="2026-05-09T18:35:01.027" v="1844" actId="164"/>
          <ac:grpSpMkLst>
            <pc:docMk/>
            <pc:sldMk cId="3491959630" sldId="263"/>
            <ac:grpSpMk id="11" creationId="{6E70D391-7EB3-215B-D338-592FA1049C05}"/>
          </ac:grpSpMkLst>
        </pc:grpChg>
        <pc:grpChg chg="mod">
          <ac:chgData name=". ." userId="306759d044d43394" providerId="LiveId" clId="{5D5EE643-3F72-463A-BEE7-D88B4D7B6A6D}" dt="2026-05-09T16:57:41.111" v="1181" actId="1076"/>
          <ac:grpSpMkLst>
            <pc:docMk/>
            <pc:sldMk cId="3491959630" sldId="263"/>
            <ac:grpSpMk id="12" creationId="{20DD4F06-EDA4-6034-40B8-1516559FF263}"/>
          </ac:grpSpMkLst>
        </pc:grpChg>
        <pc:grpChg chg="add del mod">
          <ac:chgData name=". ." userId="306759d044d43394" providerId="LiveId" clId="{5D5EE643-3F72-463A-BEE7-D88B4D7B6A6D}" dt="2026-05-09T18:34:19.776" v="1842" actId="478"/>
          <ac:grpSpMkLst>
            <pc:docMk/>
            <pc:sldMk cId="3491959630" sldId="263"/>
            <ac:grpSpMk id="13" creationId="{F1CF5D28-08F4-E9C6-DE4D-6738F90150AC}"/>
          </ac:grpSpMkLst>
        </pc:grpChg>
        <pc:grpChg chg="add mod">
          <ac:chgData name=". ." userId="306759d044d43394" providerId="LiveId" clId="{5D5EE643-3F72-463A-BEE7-D88B4D7B6A6D}" dt="2026-05-09T18:35:01.027" v="1844" actId="164"/>
          <ac:grpSpMkLst>
            <pc:docMk/>
            <pc:sldMk cId="3491959630" sldId="263"/>
            <ac:grpSpMk id="16" creationId="{F8E50F52-8338-9628-1051-74FE7FE1BC2D}"/>
          </ac:grpSpMkLst>
        </pc:grpChg>
        <pc:grpChg chg="add mod">
          <ac:chgData name=". ." userId="306759d044d43394" providerId="LiveId" clId="{5D5EE643-3F72-463A-BEE7-D88B4D7B6A6D}" dt="2026-05-09T18:37:49.869" v="1867" actId="1076"/>
          <ac:grpSpMkLst>
            <pc:docMk/>
            <pc:sldMk cId="3491959630" sldId="263"/>
            <ac:grpSpMk id="17" creationId="{76F2607C-8D50-3506-F827-382EC494E7BA}"/>
          </ac:grpSpMkLst>
        </pc:grpChg>
        <pc:grpChg chg="mod">
          <ac:chgData name=". ." userId="306759d044d43394" providerId="LiveId" clId="{5D5EE643-3F72-463A-BEE7-D88B4D7B6A6D}" dt="2026-05-09T18:35:55.760" v="1854"/>
          <ac:grpSpMkLst>
            <pc:docMk/>
            <pc:sldMk cId="3491959630" sldId="263"/>
            <ac:grpSpMk id="18" creationId="{175BA542-6B95-5E25-7FAD-614121963874}"/>
          </ac:grpSpMkLst>
        </pc:grpChg>
        <pc:grpChg chg="mod">
          <ac:chgData name=". ." userId="306759d044d43394" providerId="LiveId" clId="{5D5EE643-3F72-463A-BEE7-D88B4D7B6A6D}" dt="2026-05-09T18:35:55.760" v="1854"/>
          <ac:grpSpMkLst>
            <pc:docMk/>
            <pc:sldMk cId="3491959630" sldId="263"/>
            <ac:grpSpMk id="20" creationId="{021CA54D-DA98-ABB0-E852-83B7A2FA1D52}"/>
          </ac:grpSpMkLst>
        </pc:grpChg>
        <pc:grpChg chg="del">
          <ac:chgData name=". ." userId="306759d044d43394" providerId="LiveId" clId="{5D5EE643-3F72-463A-BEE7-D88B4D7B6A6D}" dt="2026-05-09T16:57:21.260" v="1178" actId="478"/>
          <ac:grpSpMkLst>
            <pc:docMk/>
            <pc:sldMk cId="3491959630" sldId="263"/>
            <ac:grpSpMk id="23" creationId="{A163E498-16C5-F9F9-25F8-A65D2E393BE6}"/>
          </ac:grpSpMkLst>
        </pc:grpChg>
        <pc:grpChg chg="del">
          <ac:chgData name=". ." userId="306759d044d43394" providerId="LiveId" clId="{5D5EE643-3F72-463A-BEE7-D88B4D7B6A6D}" dt="2026-05-09T16:57:21.260" v="1178" actId="478"/>
          <ac:grpSpMkLst>
            <pc:docMk/>
            <pc:sldMk cId="3491959630" sldId="263"/>
            <ac:grpSpMk id="24" creationId="{DC4AA529-349F-FCAF-E697-A5A0D391EDC2}"/>
          </ac:grpSpMkLst>
        </pc:grpChg>
        <pc:grpChg chg="add mod">
          <ac:chgData name=". ." userId="306759d044d43394" providerId="LiveId" clId="{5D5EE643-3F72-463A-BEE7-D88B4D7B6A6D}" dt="2026-05-09T17:03:00.879" v="1185"/>
          <ac:grpSpMkLst>
            <pc:docMk/>
            <pc:sldMk cId="3491959630" sldId="263"/>
            <ac:grpSpMk id="27" creationId="{2D228548-5F73-A99C-6945-1E7101A7F70A}"/>
          </ac:grpSpMkLst>
        </pc:grpChg>
        <pc:grpChg chg="mod">
          <ac:chgData name=". ." userId="306759d044d43394" providerId="LiveId" clId="{5D5EE643-3F72-463A-BEE7-D88B4D7B6A6D}" dt="2026-05-09T16:57:46.508" v="1182" actId="1076"/>
          <ac:grpSpMkLst>
            <pc:docMk/>
            <pc:sldMk cId="3491959630" sldId="263"/>
            <ac:grpSpMk id="34" creationId="{D1919D05-9ED2-3406-0360-4AA8E5E11B0A}"/>
          </ac:grpSpMkLst>
        </pc:grpChg>
        <pc:grpChg chg="del">
          <ac:chgData name=". ." userId="306759d044d43394" providerId="LiveId" clId="{5D5EE643-3F72-463A-BEE7-D88B4D7B6A6D}" dt="2026-05-09T16:57:24.206" v="1179" actId="478"/>
          <ac:grpSpMkLst>
            <pc:docMk/>
            <pc:sldMk cId="3491959630" sldId="263"/>
            <ac:grpSpMk id="36" creationId="{A15EFE31-39B4-212E-7074-A7C7D5DA1C46}"/>
          </ac:grpSpMkLst>
        </pc:grpChg>
        <pc:grpChg chg="mod">
          <ac:chgData name=". ." userId="306759d044d43394" providerId="LiveId" clId="{5D5EE643-3F72-463A-BEE7-D88B4D7B6A6D}" dt="2026-05-09T16:58:05.769" v="1184" actId="1076"/>
          <ac:grpSpMkLst>
            <pc:docMk/>
            <pc:sldMk cId="3491959630" sldId="263"/>
            <ac:grpSpMk id="37" creationId="{0680229F-1F6E-27D1-9506-5B93D536D970}"/>
          </ac:grpSpMkLst>
        </pc:grpChg>
        <pc:grpChg chg="del">
          <ac:chgData name=". ." userId="306759d044d43394" providerId="LiveId" clId="{5D5EE643-3F72-463A-BEE7-D88B4D7B6A6D}" dt="2026-05-09T16:57:21.260" v="1178" actId="478"/>
          <ac:grpSpMkLst>
            <pc:docMk/>
            <pc:sldMk cId="3491959630" sldId="263"/>
            <ac:grpSpMk id="41" creationId="{B9608648-CC22-28DA-61BA-776D5D2CE0FD}"/>
          </ac:grpSpMkLst>
        </pc:grpChg>
        <pc:grpChg chg="del">
          <ac:chgData name=". ." userId="306759d044d43394" providerId="LiveId" clId="{5D5EE643-3F72-463A-BEE7-D88B4D7B6A6D}" dt="2026-05-09T16:57:24.206" v="1179" actId="478"/>
          <ac:grpSpMkLst>
            <pc:docMk/>
            <pc:sldMk cId="3491959630" sldId="263"/>
            <ac:grpSpMk id="46" creationId="{9B8970B9-461D-DB3F-A8DB-E3D7F65F66BB}"/>
          </ac:grpSpMkLst>
        </pc:grpChg>
        <pc:grpChg chg="add mod">
          <ac:chgData name=". ." userId="306759d044d43394" providerId="LiveId" clId="{5D5EE643-3F72-463A-BEE7-D88B4D7B6A6D}" dt="2026-05-09T17:03:24.455" v="1203" actId="1076"/>
          <ac:grpSpMkLst>
            <pc:docMk/>
            <pc:sldMk cId="3491959630" sldId="263"/>
            <ac:grpSpMk id="52" creationId="{FD3E5EE5-3A1A-CEC8-E3C1-3E9CB948CD20}"/>
          </ac:grpSpMkLst>
        </pc:grpChg>
        <pc:grpChg chg="add mod">
          <ac:chgData name=". ." userId="306759d044d43394" providerId="LiveId" clId="{5D5EE643-3F72-463A-BEE7-D88B4D7B6A6D}" dt="2026-05-09T18:35:01.027" v="1844" actId="164"/>
          <ac:grpSpMkLst>
            <pc:docMk/>
            <pc:sldMk cId="3491959630" sldId="263"/>
            <ac:grpSpMk id="62" creationId="{203DA66D-757D-E721-5020-422C195164AB}"/>
          </ac:grpSpMkLst>
        </pc:grpChg>
        <pc:grpChg chg="add del mod">
          <ac:chgData name=". ." userId="306759d044d43394" providerId="LiveId" clId="{5D5EE643-3F72-463A-BEE7-D88B4D7B6A6D}" dt="2026-05-09T18:35:55.172" v="1853" actId="478"/>
          <ac:grpSpMkLst>
            <pc:docMk/>
            <pc:sldMk cId="3491959630" sldId="263"/>
            <ac:grpSpMk id="64" creationId="{F941356C-9D23-1BF5-7672-B15CD8700BCB}"/>
          </ac:grpSpMkLst>
        </pc:grpChg>
        <pc:picChg chg="mod">
          <ac:chgData name=". ." userId="306759d044d43394" providerId="LiveId" clId="{5D5EE643-3F72-463A-BEE7-D88B4D7B6A6D}" dt="2026-05-09T18:35:55.760" v="1854"/>
          <ac:picMkLst>
            <pc:docMk/>
            <pc:sldMk cId="3491959630" sldId="263"/>
            <ac:picMk id="27" creationId="{C8D2295D-097E-9EDF-AB96-CC94D4752050}"/>
          </ac:picMkLst>
        </pc:picChg>
        <pc:picChg chg="add mod">
          <ac:chgData name=". ." userId="306759d044d43394" providerId="LiveId" clId="{5D5EE643-3F72-463A-BEE7-D88B4D7B6A6D}" dt="2026-05-09T17:07:59.750" v="1239" actId="164"/>
          <ac:picMkLst>
            <pc:docMk/>
            <pc:sldMk cId="3491959630" sldId="263"/>
            <ac:picMk id="61" creationId="{99A86520-5592-C8AA-9B83-D80E5593BCE4}"/>
          </ac:picMkLst>
        </pc:picChg>
        <pc:picChg chg="mod">
          <ac:chgData name=". ." userId="306759d044d43394" providerId="LiveId" clId="{5D5EE643-3F72-463A-BEE7-D88B4D7B6A6D}" dt="2026-05-09T17:10:02.438" v="1253"/>
          <ac:picMkLst>
            <pc:docMk/>
            <pc:sldMk cId="3491959630" sldId="263"/>
            <ac:picMk id="66" creationId="{B70A6296-7368-F7F4-6A78-27D68C452222}"/>
          </ac:picMkLst>
        </pc:picChg>
      </pc:sldChg>
      <pc:sldChg chg="addSp delSp modSp add mod">
        <pc:chgData name=". ." userId="306759d044d43394" providerId="LiveId" clId="{5D5EE643-3F72-463A-BEE7-D88B4D7B6A6D}" dt="2026-05-10T14:07:01.851" v="1921" actId="1076"/>
        <pc:sldMkLst>
          <pc:docMk/>
          <pc:sldMk cId="2053015690" sldId="264"/>
        </pc:sldMkLst>
        <pc:spChg chg="mod">
          <ac:chgData name=". ." userId="306759d044d43394" providerId="LiveId" clId="{5D5EE643-3F72-463A-BEE7-D88B4D7B6A6D}" dt="2026-05-09T18:31:16.192" v="1822"/>
          <ac:spMkLst>
            <pc:docMk/>
            <pc:sldMk cId="2053015690" sldId="264"/>
            <ac:spMk id="8" creationId="{F4CEB2DB-1C52-6C20-72D2-3C757BA67437}"/>
          </ac:spMkLst>
        </pc:spChg>
        <pc:spChg chg="mod">
          <ac:chgData name=". ." userId="306759d044d43394" providerId="LiveId" clId="{5D5EE643-3F72-463A-BEE7-D88B4D7B6A6D}" dt="2026-05-09T18:31:16.192" v="1822"/>
          <ac:spMkLst>
            <pc:docMk/>
            <pc:sldMk cId="2053015690" sldId="264"/>
            <ac:spMk id="9" creationId="{9ADB70C2-890F-3368-4704-C1B1FEFCD629}"/>
          </ac:spMkLst>
        </pc:spChg>
        <pc:spChg chg="mod">
          <ac:chgData name=". ." userId="306759d044d43394" providerId="LiveId" clId="{5D5EE643-3F72-463A-BEE7-D88B4D7B6A6D}" dt="2026-05-10T14:06:49.682" v="1920"/>
          <ac:spMkLst>
            <pc:docMk/>
            <pc:sldMk cId="2053015690" sldId="264"/>
            <ac:spMk id="11" creationId="{7C22F910-A963-6137-9CD2-9076B805D762}"/>
          </ac:spMkLst>
        </pc:spChg>
        <pc:spChg chg="mod">
          <ac:chgData name=". ." userId="306759d044d43394" providerId="LiveId" clId="{5D5EE643-3F72-463A-BEE7-D88B4D7B6A6D}" dt="2026-05-09T18:32:55.724" v="1830"/>
          <ac:spMkLst>
            <pc:docMk/>
            <pc:sldMk cId="2053015690" sldId="264"/>
            <ac:spMk id="12" creationId="{E50851D4-3BE7-2899-E115-3F88A99ED15A}"/>
          </ac:spMkLst>
        </pc:spChg>
        <pc:spChg chg="mod">
          <ac:chgData name=". ." userId="306759d044d43394" providerId="LiveId" clId="{5D5EE643-3F72-463A-BEE7-D88B4D7B6A6D}" dt="2026-05-09T17:10:30.039" v="1256"/>
          <ac:spMkLst>
            <pc:docMk/>
            <pc:sldMk cId="2053015690" sldId="264"/>
            <ac:spMk id="13" creationId="{7BF94C75-C322-1934-B064-A147320B7570}"/>
          </ac:spMkLst>
        </pc:spChg>
        <pc:spChg chg="mod">
          <ac:chgData name=". ." userId="306759d044d43394" providerId="LiveId" clId="{5D5EE643-3F72-463A-BEE7-D88B4D7B6A6D}" dt="2026-05-09T17:35:39.993" v="1437"/>
          <ac:spMkLst>
            <pc:docMk/>
            <pc:sldMk cId="2053015690" sldId="264"/>
            <ac:spMk id="16" creationId="{9AEFCB54-07CE-2FE2-3023-1ACFAB051801}"/>
          </ac:spMkLst>
        </pc:spChg>
        <pc:spChg chg="mod">
          <ac:chgData name=". ." userId="306759d044d43394" providerId="LiveId" clId="{5D5EE643-3F72-463A-BEE7-D88B4D7B6A6D}" dt="2026-05-09T17:35:39.993" v="1437"/>
          <ac:spMkLst>
            <pc:docMk/>
            <pc:sldMk cId="2053015690" sldId="264"/>
            <ac:spMk id="17" creationId="{5781E485-6234-F3C4-0E5E-0185D793AADB}"/>
          </ac:spMkLst>
        </pc:spChg>
        <pc:spChg chg="mod">
          <ac:chgData name=". ." userId="306759d044d43394" providerId="LiveId" clId="{5D5EE643-3F72-463A-BEE7-D88B4D7B6A6D}" dt="2026-05-09T17:35:39.993" v="1437"/>
          <ac:spMkLst>
            <pc:docMk/>
            <pc:sldMk cId="2053015690" sldId="264"/>
            <ac:spMk id="20" creationId="{BD0CE9B8-7B98-4AB6-FB3F-5D75BD527E39}"/>
          </ac:spMkLst>
        </pc:spChg>
        <pc:spChg chg="mod">
          <ac:chgData name=". ." userId="306759d044d43394" providerId="LiveId" clId="{5D5EE643-3F72-463A-BEE7-D88B4D7B6A6D}" dt="2026-05-09T18:32:55.724" v="1830"/>
          <ac:spMkLst>
            <pc:docMk/>
            <pc:sldMk cId="2053015690" sldId="264"/>
            <ac:spMk id="21" creationId="{CFC91244-F383-D3C4-BC53-8F6CF180619E}"/>
          </ac:spMkLst>
        </pc:spChg>
        <pc:spChg chg="mod">
          <ac:chgData name=". ." userId="306759d044d43394" providerId="LiveId" clId="{5D5EE643-3F72-463A-BEE7-D88B4D7B6A6D}" dt="2026-05-09T17:35:39.993" v="1437"/>
          <ac:spMkLst>
            <pc:docMk/>
            <pc:sldMk cId="2053015690" sldId="264"/>
            <ac:spMk id="24" creationId="{92CA11F0-2665-7B36-C88F-774CA25AFC24}"/>
          </ac:spMkLst>
        </pc:spChg>
        <pc:spChg chg="mod">
          <ac:chgData name=". ." userId="306759d044d43394" providerId="LiveId" clId="{5D5EE643-3F72-463A-BEE7-D88B4D7B6A6D}" dt="2026-05-09T17:35:39.993" v="1437"/>
          <ac:spMkLst>
            <pc:docMk/>
            <pc:sldMk cId="2053015690" sldId="264"/>
            <ac:spMk id="27" creationId="{FAA611A8-657E-F1C7-D6F3-69603CE01E78}"/>
          </ac:spMkLst>
        </pc:spChg>
        <pc:spChg chg="mod">
          <ac:chgData name=". ." userId="306759d044d43394" providerId="LiveId" clId="{5D5EE643-3F72-463A-BEE7-D88B4D7B6A6D}" dt="2026-05-09T17:35:39.993" v="1437"/>
          <ac:spMkLst>
            <pc:docMk/>
            <pc:sldMk cId="2053015690" sldId="264"/>
            <ac:spMk id="29" creationId="{EC7DA4DE-50B4-F611-1F85-38DD33E197AF}"/>
          </ac:spMkLst>
        </pc:spChg>
        <pc:spChg chg="mod">
          <ac:chgData name=". ." userId="306759d044d43394" providerId="LiveId" clId="{5D5EE643-3F72-463A-BEE7-D88B4D7B6A6D}" dt="2026-05-09T18:36:21.196" v="1862"/>
          <ac:spMkLst>
            <pc:docMk/>
            <pc:sldMk cId="2053015690" sldId="264"/>
            <ac:spMk id="33" creationId="{0899DC14-DC64-C6C6-3C44-5DCA6C741E3E}"/>
          </ac:spMkLst>
        </pc:spChg>
        <pc:spChg chg="mod">
          <ac:chgData name=". ." userId="306759d044d43394" providerId="LiveId" clId="{5D5EE643-3F72-463A-BEE7-D88B4D7B6A6D}" dt="2026-05-09T18:36:21.196" v="1862"/>
          <ac:spMkLst>
            <pc:docMk/>
            <pc:sldMk cId="2053015690" sldId="264"/>
            <ac:spMk id="34" creationId="{8DBD830D-3091-EDCA-BB44-B593E2E13EEA}"/>
          </ac:spMkLst>
        </pc:spChg>
        <pc:spChg chg="mod">
          <ac:chgData name=". ." userId="306759d044d43394" providerId="LiveId" clId="{5D5EE643-3F72-463A-BEE7-D88B4D7B6A6D}" dt="2026-05-09T17:35:39.993" v="1437"/>
          <ac:spMkLst>
            <pc:docMk/>
            <pc:sldMk cId="2053015690" sldId="264"/>
            <ac:spMk id="35" creationId="{772631D2-9D2C-E5DF-E88A-D576726D0723}"/>
          </ac:spMkLst>
        </pc:spChg>
        <pc:spChg chg="mod">
          <ac:chgData name=". ." userId="306759d044d43394" providerId="LiveId" clId="{5D5EE643-3F72-463A-BEE7-D88B4D7B6A6D}" dt="2026-05-09T18:36:21.196" v="1862"/>
          <ac:spMkLst>
            <pc:docMk/>
            <pc:sldMk cId="2053015690" sldId="264"/>
            <ac:spMk id="36" creationId="{441C028F-05E8-4200-2FD3-81BE380F1E1A}"/>
          </ac:spMkLst>
        </pc:spChg>
        <pc:spChg chg="mod topLvl">
          <ac:chgData name=". ." userId="306759d044d43394" providerId="LiveId" clId="{5D5EE643-3F72-463A-BEE7-D88B4D7B6A6D}" dt="2026-05-09T17:09:58.692" v="1252" actId="164"/>
          <ac:spMkLst>
            <pc:docMk/>
            <pc:sldMk cId="2053015690" sldId="264"/>
            <ac:spMk id="56" creationId="{6124D096-369D-13A8-7BD9-AEAF612F16EC}"/>
          </ac:spMkLst>
        </pc:spChg>
        <pc:grpChg chg="add mod">
          <ac:chgData name=". ." userId="306759d044d43394" providerId="LiveId" clId="{5D5EE643-3F72-463A-BEE7-D88B4D7B6A6D}" dt="2026-05-09T18:35:50.743" v="1852" actId="164"/>
          <ac:grpSpMkLst>
            <pc:docMk/>
            <pc:sldMk cId="2053015690" sldId="264"/>
            <ac:grpSpMk id="4" creationId="{E7175248-CB81-AF11-AD89-E7AD86E7C851}"/>
          </ac:grpSpMkLst>
        </pc:grpChg>
        <pc:grpChg chg="add mod">
          <ac:chgData name=". ." userId="306759d044d43394" providerId="LiveId" clId="{5D5EE643-3F72-463A-BEE7-D88B4D7B6A6D}" dt="2026-05-09T18:35:50.743" v="1852" actId="164"/>
          <ac:grpSpMkLst>
            <pc:docMk/>
            <pc:sldMk cId="2053015690" sldId="264"/>
            <ac:grpSpMk id="7" creationId="{E6209C9F-E479-2F95-18B6-478F760140C8}"/>
          </ac:grpSpMkLst>
        </pc:grpChg>
        <pc:grpChg chg="add mod">
          <ac:chgData name=". ." userId="306759d044d43394" providerId="LiveId" clId="{5D5EE643-3F72-463A-BEE7-D88B4D7B6A6D}" dt="2026-05-10T14:07:01.851" v="1921" actId="1076"/>
          <ac:grpSpMkLst>
            <pc:docMk/>
            <pc:sldMk cId="2053015690" sldId="264"/>
            <ac:grpSpMk id="10" creationId="{86E41161-A6EF-D865-E4EF-B1026252C19C}"/>
          </ac:grpSpMkLst>
        </pc:grpChg>
        <pc:grpChg chg="add del mod">
          <ac:chgData name=". ." userId="306759d044d43394" providerId="LiveId" clId="{5D5EE643-3F72-463A-BEE7-D88B4D7B6A6D}" dt="2026-05-09T18:34:28.395" v="1843" actId="478"/>
          <ac:grpSpMkLst>
            <pc:docMk/>
            <pc:sldMk cId="2053015690" sldId="264"/>
            <ac:grpSpMk id="10" creationId="{A05A515E-1B36-878D-B552-9AD83FBA2111}"/>
          </ac:grpSpMkLst>
        </pc:grpChg>
        <pc:grpChg chg="add del mod">
          <ac:chgData name=". ." userId="306759d044d43394" providerId="LiveId" clId="{5D5EE643-3F72-463A-BEE7-D88B4D7B6A6D}" dt="2026-05-09T18:36:23.924" v="1863" actId="478"/>
          <ac:grpSpMkLst>
            <pc:docMk/>
            <pc:sldMk cId="2053015690" sldId="264"/>
            <ac:grpSpMk id="11" creationId="{C2A0B317-0740-0B2C-5B4C-5624DC9AB80B}"/>
          </ac:grpSpMkLst>
        </pc:grpChg>
        <pc:grpChg chg="del">
          <ac:chgData name=". ." userId="306759d044d43394" providerId="LiveId" clId="{5D5EE643-3F72-463A-BEE7-D88B4D7B6A6D}" dt="2026-05-09T17:10:36.010" v="1258" actId="478"/>
          <ac:grpSpMkLst>
            <pc:docMk/>
            <pc:sldMk cId="2053015690" sldId="264"/>
            <ac:grpSpMk id="12" creationId="{D241F104-6DEA-F4B3-2FA9-FFB5415DBCDD}"/>
          </ac:grpSpMkLst>
        </pc:grpChg>
        <pc:grpChg chg="mod">
          <ac:chgData name=". ." userId="306759d044d43394" providerId="LiveId" clId="{5D5EE643-3F72-463A-BEE7-D88B4D7B6A6D}" dt="2026-05-09T17:35:59.524" v="1440" actId="1076"/>
          <ac:grpSpMkLst>
            <pc:docMk/>
            <pc:sldMk cId="2053015690" sldId="264"/>
            <ac:grpSpMk id="15" creationId="{7DCBA685-5C18-6791-BA26-9EB263EF2820}"/>
          </ac:grpSpMkLst>
        </pc:grpChg>
        <pc:grpChg chg="del mod">
          <ac:chgData name=". ." userId="306759d044d43394" providerId="LiveId" clId="{5D5EE643-3F72-463A-BEE7-D88B4D7B6A6D}" dt="2026-05-10T14:06:48.879" v="1919" actId="478"/>
          <ac:grpSpMkLst>
            <pc:docMk/>
            <pc:sldMk cId="2053015690" sldId="264"/>
            <ac:grpSpMk id="18" creationId="{24B38776-FA7E-BCED-448D-D4873B978B1F}"/>
          </ac:grpSpMkLst>
        </pc:grpChg>
        <pc:grpChg chg="add mod">
          <ac:chgData name=". ." userId="306759d044d43394" providerId="LiveId" clId="{5D5EE643-3F72-463A-BEE7-D88B4D7B6A6D}" dt="2026-05-09T17:36:19.924" v="1444" actId="1076"/>
          <ac:grpSpMkLst>
            <pc:docMk/>
            <pc:sldMk cId="2053015690" sldId="264"/>
            <ac:grpSpMk id="23" creationId="{299C41B0-AC8A-FF52-3972-8CF900E823B8}"/>
          </ac:grpSpMkLst>
        </pc:grpChg>
        <pc:grpChg chg="add mod">
          <ac:chgData name=". ." userId="306759d044d43394" providerId="LiveId" clId="{5D5EE643-3F72-463A-BEE7-D88B4D7B6A6D}" dt="2026-05-09T18:35:50.743" v="1852" actId="164"/>
          <ac:grpSpMkLst>
            <pc:docMk/>
            <pc:sldMk cId="2053015690" sldId="264"/>
            <ac:grpSpMk id="25" creationId="{F862DE1A-76A2-7C4D-3610-E1A4A0F75D00}"/>
          </ac:grpSpMkLst>
        </pc:grpChg>
        <pc:grpChg chg="add mod">
          <ac:chgData name=". ." userId="306759d044d43394" providerId="LiveId" clId="{5D5EE643-3F72-463A-BEE7-D88B4D7B6A6D}" dt="2026-05-09T18:37:20.012" v="1866" actId="1076"/>
          <ac:grpSpMkLst>
            <pc:docMk/>
            <pc:sldMk cId="2053015690" sldId="264"/>
            <ac:grpSpMk id="26" creationId="{9F311FAF-E0E1-E712-6E38-030B153F8C30}"/>
          </ac:grpSpMkLst>
        </pc:grpChg>
        <pc:grpChg chg="mod">
          <ac:chgData name=". ." userId="306759d044d43394" providerId="LiveId" clId="{5D5EE643-3F72-463A-BEE7-D88B4D7B6A6D}" dt="2026-05-09T17:36:19.924" v="1444" actId="1076"/>
          <ac:grpSpMkLst>
            <pc:docMk/>
            <pc:sldMk cId="2053015690" sldId="264"/>
            <ac:grpSpMk id="28" creationId="{CDC27F80-02C4-8C67-E197-B305719AE2DA}"/>
          </ac:grpSpMkLst>
        </pc:grpChg>
        <pc:grpChg chg="mod">
          <ac:chgData name=". ." userId="306759d044d43394" providerId="LiveId" clId="{5D5EE643-3F72-463A-BEE7-D88B4D7B6A6D}" dt="2026-05-09T18:36:21.196" v="1862"/>
          <ac:grpSpMkLst>
            <pc:docMk/>
            <pc:sldMk cId="2053015690" sldId="264"/>
            <ac:grpSpMk id="31" creationId="{F8AC8990-F7C4-E36E-8B41-FD5ECC5A6AD6}"/>
          </ac:grpSpMkLst>
        </pc:grpChg>
        <pc:grpChg chg="mod">
          <ac:chgData name=". ." userId="306759d044d43394" providerId="LiveId" clId="{5D5EE643-3F72-463A-BEE7-D88B4D7B6A6D}" dt="2026-05-09T18:36:21.196" v="1862"/>
          <ac:grpSpMkLst>
            <pc:docMk/>
            <pc:sldMk cId="2053015690" sldId="264"/>
            <ac:grpSpMk id="32" creationId="{DE64340E-2FC6-D928-9E69-D85262382DB3}"/>
          </ac:grpSpMkLst>
        </pc:grpChg>
        <pc:grpChg chg="del">
          <ac:chgData name=". ." userId="306759d044d43394" providerId="LiveId" clId="{5D5EE643-3F72-463A-BEE7-D88B4D7B6A6D}" dt="2026-05-09T17:10:36.010" v="1258" actId="478"/>
          <ac:grpSpMkLst>
            <pc:docMk/>
            <pc:sldMk cId="2053015690" sldId="264"/>
            <ac:grpSpMk id="34" creationId="{23DEA820-2A76-5B09-CC1C-7C4F860A1D3C}"/>
          </ac:grpSpMkLst>
        </pc:grpChg>
        <pc:grpChg chg="del">
          <ac:chgData name=". ." userId="306759d044d43394" providerId="LiveId" clId="{5D5EE643-3F72-463A-BEE7-D88B4D7B6A6D}" dt="2026-05-09T17:10:36.010" v="1258" actId="478"/>
          <ac:grpSpMkLst>
            <pc:docMk/>
            <pc:sldMk cId="2053015690" sldId="264"/>
            <ac:grpSpMk id="37" creationId="{56F79248-C6A1-6FE0-6066-27D1FC9D663C}"/>
          </ac:grpSpMkLst>
        </pc:grpChg>
        <pc:grpChg chg="del">
          <ac:chgData name=". ." userId="306759d044d43394" providerId="LiveId" clId="{5D5EE643-3F72-463A-BEE7-D88B4D7B6A6D}" dt="2026-05-09T17:08:52.935" v="1242" actId="478"/>
          <ac:grpSpMkLst>
            <pc:docMk/>
            <pc:sldMk cId="2053015690" sldId="264"/>
            <ac:grpSpMk id="62" creationId="{BC5E4555-64B8-78B4-C785-5981FD58A5B7}"/>
          </ac:grpSpMkLst>
        </pc:grpChg>
        <pc:picChg chg="mod">
          <ac:chgData name=". ." userId="306759d044d43394" providerId="LiveId" clId="{5D5EE643-3F72-463A-BEE7-D88B4D7B6A6D}" dt="2026-05-09T18:33:04.079" v="1832" actId="1076"/>
          <ac:picMkLst>
            <pc:docMk/>
            <pc:sldMk cId="2053015690" sldId="264"/>
            <ac:picMk id="5" creationId="{6AFC4C9B-A475-259F-8914-496D8DF48788}"/>
          </ac:picMkLst>
        </pc:picChg>
        <pc:picChg chg="add mod">
          <ac:chgData name=". ." userId="306759d044d43394" providerId="LiveId" clId="{5D5EE643-3F72-463A-BEE7-D88B4D7B6A6D}" dt="2026-05-09T17:09:58.692" v="1252" actId="164"/>
          <ac:picMkLst>
            <pc:docMk/>
            <pc:sldMk cId="2053015690" sldId="264"/>
            <ac:picMk id="6" creationId="{3F2E74BB-F906-5453-336B-516904D1F462}"/>
          </ac:picMkLst>
        </pc:picChg>
        <pc:picChg chg="mod">
          <ac:chgData name=". ." userId="306759d044d43394" providerId="LiveId" clId="{5D5EE643-3F72-463A-BEE7-D88B4D7B6A6D}" dt="2026-05-10T14:06:49.682" v="1920"/>
          <ac:picMkLst>
            <pc:docMk/>
            <pc:sldMk cId="2053015690" sldId="264"/>
            <ac:picMk id="12" creationId="{66E5C000-66ED-79CE-D444-A21E5E4FCD8D}"/>
          </ac:picMkLst>
        </pc:picChg>
        <pc:picChg chg="mod">
          <ac:chgData name=". ." userId="306759d044d43394" providerId="LiveId" clId="{5D5EE643-3F72-463A-BEE7-D88B4D7B6A6D}" dt="2026-05-09T17:10:30.039" v="1256"/>
          <ac:picMkLst>
            <pc:docMk/>
            <pc:sldMk cId="2053015690" sldId="264"/>
            <ac:picMk id="14" creationId="{74B20C1B-CF1B-1518-2B4E-A689FB721F26}"/>
          </ac:picMkLst>
        </pc:picChg>
        <pc:picChg chg="mod">
          <ac:chgData name=". ." userId="306759d044d43394" providerId="LiveId" clId="{5D5EE643-3F72-463A-BEE7-D88B4D7B6A6D}" dt="2026-05-09T17:35:39.993" v="1437"/>
          <ac:picMkLst>
            <pc:docMk/>
            <pc:sldMk cId="2053015690" sldId="264"/>
            <ac:picMk id="22" creationId="{842DE8C3-FAF4-2A2C-258C-13C9F8A80230}"/>
          </ac:picMkLst>
        </pc:picChg>
        <pc:picChg chg="mod">
          <ac:chgData name=". ." userId="306759d044d43394" providerId="LiveId" clId="{5D5EE643-3F72-463A-BEE7-D88B4D7B6A6D}" dt="2026-05-09T17:35:39.993" v="1437"/>
          <ac:picMkLst>
            <pc:docMk/>
            <pc:sldMk cId="2053015690" sldId="264"/>
            <ac:picMk id="30" creationId="{F06CC92F-E914-1DCF-6B1A-87D3FA5A85B3}"/>
          </ac:picMkLst>
        </pc:picChg>
        <pc:picChg chg="mod">
          <ac:chgData name=". ." userId="306759d044d43394" providerId="LiveId" clId="{5D5EE643-3F72-463A-BEE7-D88B4D7B6A6D}" dt="2026-05-09T18:36:21.196" v="1862"/>
          <ac:picMkLst>
            <pc:docMk/>
            <pc:sldMk cId="2053015690" sldId="264"/>
            <ac:picMk id="37" creationId="{99A69074-DAE8-5736-4E06-8FAD8358C1E5}"/>
          </ac:picMkLst>
        </pc:picChg>
        <pc:picChg chg="del topLvl">
          <ac:chgData name=". ." userId="306759d044d43394" providerId="LiveId" clId="{5D5EE643-3F72-463A-BEE7-D88B4D7B6A6D}" dt="2026-05-09T17:08:52.935" v="1242" actId="478"/>
          <ac:picMkLst>
            <pc:docMk/>
            <pc:sldMk cId="2053015690" sldId="264"/>
            <ac:picMk id="61" creationId="{87BD7718-AD2E-3D30-AA93-33C4293DC7D6}"/>
          </ac:picMkLst>
        </pc:picChg>
      </pc:sldChg>
      <pc:sldChg chg="addSp delSp modSp add mod">
        <pc:chgData name=". ." userId="306759d044d43394" providerId="LiveId" clId="{5D5EE643-3F72-463A-BEE7-D88B4D7B6A6D}" dt="2026-05-10T14:06:36.262" v="1918" actId="164"/>
        <pc:sldMkLst>
          <pc:docMk/>
          <pc:sldMk cId="1066603448" sldId="265"/>
        </pc:sldMkLst>
        <pc:spChg chg="mod">
          <ac:chgData name=". ." userId="306759d044d43394" providerId="LiveId" clId="{5D5EE643-3F72-463A-BEE7-D88B4D7B6A6D}" dt="2026-05-09T18:23:36.621" v="1791"/>
          <ac:spMkLst>
            <pc:docMk/>
            <pc:sldMk cId="1066603448" sldId="265"/>
            <ac:spMk id="6" creationId="{5B9EE3B7-64C4-97A2-ADE0-061448CB680C}"/>
          </ac:spMkLst>
        </pc:spChg>
        <pc:spChg chg="mod">
          <ac:chgData name=". ." userId="306759d044d43394" providerId="LiveId" clId="{5D5EE643-3F72-463A-BEE7-D88B4D7B6A6D}" dt="2026-05-09T18:23:36.621" v="1791"/>
          <ac:spMkLst>
            <pc:docMk/>
            <pc:sldMk cId="1066603448" sldId="265"/>
            <ac:spMk id="7" creationId="{8AEE501F-5E05-4A17-368E-7574C3B9EC38}"/>
          </ac:spMkLst>
        </pc:spChg>
        <pc:spChg chg="mod topLvl">
          <ac:chgData name=". ." userId="306759d044d43394" providerId="LiveId" clId="{5D5EE643-3F72-463A-BEE7-D88B4D7B6A6D}" dt="2026-05-09T17:35:20.076" v="1435" actId="164"/>
          <ac:spMkLst>
            <pc:docMk/>
            <pc:sldMk cId="1066603448" sldId="265"/>
            <ac:spMk id="8" creationId="{3AF6A9BB-CF10-0760-1EA4-4202795D4277}"/>
          </ac:spMkLst>
        </pc:spChg>
        <pc:spChg chg="mod topLvl">
          <ac:chgData name=". ." userId="306759d044d43394" providerId="LiveId" clId="{5D5EE643-3F72-463A-BEE7-D88B4D7B6A6D}" dt="2026-05-09T17:35:20.076" v="1435" actId="164"/>
          <ac:spMkLst>
            <pc:docMk/>
            <pc:sldMk cId="1066603448" sldId="265"/>
            <ac:spMk id="9" creationId="{D06DA5A6-35AA-9F9D-8A71-CD812DCBD700}"/>
          </ac:spMkLst>
        </pc:spChg>
        <pc:spChg chg="mod">
          <ac:chgData name=". ." userId="306759d044d43394" providerId="LiveId" clId="{5D5EE643-3F72-463A-BEE7-D88B4D7B6A6D}" dt="2026-05-09T17:14:17.683" v="1284"/>
          <ac:spMkLst>
            <pc:docMk/>
            <pc:sldMk cId="1066603448" sldId="265"/>
            <ac:spMk id="12" creationId="{61C98FBF-79EA-562F-33E5-1CC813DE2D37}"/>
          </ac:spMkLst>
        </pc:spChg>
        <pc:spChg chg="mod">
          <ac:chgData name=". ." userId="306759d044d43394" providerId="LiveId" clId="{5D5EE643-3F72-463A-BEE7-D88B4D7B6A6D}" dt="2026-05-09T18:23:36.621" v="1791"/>
          <ac:spMkLst>
            <pc:docMk/>
            <pc:sldMk cId="1066603448" sldId="265"/>
            <ac:spMk id="13" creationId="{954DDF56-7863-0C7E-C9B6-4859F3ED78F3}"/>
          </ac:spMkLst>
        </pc:spChg>
        <pc:spChg chg="add mod ord topLvl">
          <ac:chgData name=". ." userId="306759d044d43394" providerId="LiveId" clId="{5D5EE643-3F72-463A-BEE7-D88B4D7B6A6D}" dt="2026-05-10T14:06:36.262" v="1918" actId="164"/>
          <ac:spMkLst>
            <pc:docMk/>
            <pc:sldMk cId="1066603448" sldId="265"/>
            <ac:spMk id="18" creationId="{02BD8B76-E390-C9EE-36CA-45A7822D716D}"/>
          </ac:spMkLst>
        </pc:spChg>
        <pc:spChg chg="add mod topLvl">
          <ac:chgData name=". ." userId="306759d044d43394" providerId="LiveId" clId="{5D5EE643-3F72-463A-BEE7-D88B4D7B6A6D}" dt="2026-05-09T17:22:08.370" v="1394" actId="164"/>
          <ac:spMkLst>
            <pc:docMk/>
            <pc:sldMk cId="1066603448" sldId="265"/>
            <ac:spMk id="20" creationId="{E7580BBA-3EB2-4DF6-2810-46CC28D6CDF0}"/>
          </ac:spMkLst>
        </pc:spChg>
        <pc:spChg chg="add mod">
          <ac:chgData name=". ." userId="306759d044d43394" providerId="LiveId" clId="{5D5EE643-3F72-463A-BEE7-D88B4D7B6A6D}" dt="2026-05-09T17:22:08.370" v="1394" actId="164"/>
          <ac:spMkLst>
            <pc:docMk/>
            <pc:sldMk cId="1066603448" sldId="265"/>
            <ac:spMk id="21" creationId="{9B55AA59-691E-2924-5E94-65EDAF637363}"/>
          </ac:spMkLst>
        </pc:spChg>
        <pc:spChg chg="mod">
          <ac:chgData name=". ." userId="306759d044d43394" providerId="LiveId" clId="{5D5EE643-3F72-463A-BEE7-D88B4D7B6A6D}" dt="2026-05-09T18:31:19.931" v="1823"/>
          <ac:spMkLst>
            <pc:docMk/>
            <pc:sldMk cId="1066603448" sldId="265"/>
            <ac:spMk id="23" creationId="{9A69CC29-39A5-0D5A-B905-4222C574806C}"/>
          </ac:spMkLst>
        </pc:spChg>
        <pc:spChg chg="mod">
          <ac:chgData name=". ." userId="306759d044d43394" providerId="LiveId" clId="{5D5EE643-3F72-463A-BEE7-D88B4D7B6A6D}" dt="2026-05-09T18:31:19.931" v="1823"/>
          <ac:spMkLst>
            <pc:docMk/>
            <pc:sldMk cId="1066603448" sldId="265"/>
            <ac:spMk id="24" creationId="{F9DD44CB-6A36-07AB-683F-02DD2F7E19A2}"/>
          </ac:spMkLst>
        </pc:spChg>
        <pc:spChg chg="mod">
          <ac:chgData name=". ." userId="306759d044d43394" providerId="LiveId" clId="{5D5EE643-3F72-463A-BEE7-D88B4D7B6A6D}" dt="2026-05-09T17:22:42.997" v="1398"/>
          <ac:spMkLst>
            <pc:docMk/>
            <pc:sldMk cId="1066603448" sldId="265"/>
            <ac:spMk id="25" creationId="{8D5D67C2-D1FD-4DCB-01E0-1B3FBB3C0BBC}"/>
          </ac:spMkLst>
        </pc:spChg>
        <pc:spChg chg="mod">
          <ac:chgData name=". ." userId="306759d044d43394" providerId="LiveId" clId="{5D5EE643-3F72-463A-BEE7-D88B4D7B6A6D}" dt="2026-05-09T17:22:42.997" v="1398"/>
          <ac:spMkLst>
            <pc:docMk/>
            <pc:sldMk cId="1066603448" sldId="265"/>
            <ac:spMk id="26" creationId="{6104961C-5C85-AAF6-076A-331E8B5A226B}"/>
          </ac:spMkLst>
        </pc:spChg>
        <pc:spChg chg="add mod">
          <ac:chgData name=". ." userId="306759d044d43394" providerId="LiveId" clId="{5D5EE643-3F72-463A-BEE7-D88B4D7B6A6D}" dt="2026-05-09T17:34:54.746" v="1433" actId="164"/>
          <ac:spMkLst>
            <pc:docMk/>
            <pc:sldMk cId="1066603448" sldId="265"/>
            <ac:spMk id="27" creationId="{C8AB917D-277E-2D64-E70A-ADA87AB7039A}"/>
          </ac:spMkLst>
        </pc:spChg>
        <pc:spChg chg="mod">
          <ac:chgData name=". ." userId="306759d044d43394" providerId="LiveId" clId="{5D5EE643-3F72-463A-BEE7-D88B4D7B6A6D}" dt="2026-05-09T18:38:26.209" v="1868"/>
          <ac:spMkLst>
            <pc:docMk/>
            <pc:sldMk cId="1066603448" sldId="265"/>
            <ac:spMk id="30" creationId="{2046496D-BCD0-0B06-703E-E276BB7C515C}"/>
          </ac:spMkLst>
        </pc:spChg>
        <pc:spChg chg="mod">
          <ac:chgData name=". ." userId="306759d044d43394" providerId="LiveId" clId="{5D5EE643-3F72-463A-BEE7-D88B4D7B6A6D}" dt="2026-05-09T18:38:26.209" v="1868"/>
          <ac:spMkLst>
            <pc:docMk/>
            <pc:sldMk cId="1066603448" sldId="265"/>
            <ac:spMk id="31" creationId="{C8B87499-61A1-FB15-DEDD-1C82E09B278F}"/>
          </ac:spMkLst>
        </pc:spChg>
        <pc:spChg chg="mod">
          <ac:chgData name=". ." userId="306759d044d43394" providerId="LiveId" clId="{5D5EE643-3F72-463A-BEE7-D88B4D7B6A6D}" dt="2026-05-09T18:38:26.209" v="1868"/>
          <ac:spMkLst>
            <pc:docMk/>
            <pc:sldMk cId="1066603448" sldId="265"/>
            <ac:spMk id="32" creationId="{6EF44086-ABB5-CB84-0D72-3651ADFB4554}"/>
          </ac:spMkLst>
        </pc:spChg>
        <pc:spChg chg="add mod">
          <ac:chgData name=". ." userId="306759d044d43394" providerId="LiveId" clId="{5D5EE643-3F72-463A-BEE7-D88B4D7B6A6D}" dt="2026-05-09T17:34:54.746" v="1433" actId="164"/>
          <ac:spMkLst>
            <pc:docMk/>
            <pc:sldMk cId="1066603448" sldId="265"/>
            <ac:spMk id="36" creationId="{55971360-6386-4C07-85E8-8ABEB8E3B242}"/>
          </ac:spMkLst>
        </pc:spChg>
        <pc:spChg chg="mod">
          <ac:chgData name=". ." userId="306759d044d43394" providerId="LiveId" clId="{5D5EE643-3F72-463A-BEE7-D88B4D7B6A6D}" dt="2026-05-09T17:41:05.543" v="1567"/>
          <ac:spMkLst>
            <pc:docMk/>
            <pc:sldMk cId="1066603448" sldId="265"/>
            <ac:spMk id="41" creationId="{8631626E-C3B4-8376-6B9F-18BA9389A531}"/>
          </ac:spMkLst>
        </pc:spChg>
        <pc:spChg chg="mod">
          <ac:chgData name=". ." userId="306759d044d43394" providerId="LiveId" clId="{5D5EE643-3F72-463A-BEE7-D88B4D7B6A6D}" dt="2026-05-09T17:41:21.017" v="1569" actId="1076"/>
          <ac:spMkLst>
            <pc:docMk/>
            <pc:sldMk cId="1066603448" sldId="265"/>
            <ac:spMk id="42" creationId="{AFCAB0CF-463C-0A57-DA4F-FF1CE117FFFA}"/>
          </ac:spMkLst>
        </pc:spChg>
        <pc:spChg chg="mod">
          <ac:chgData name=". ." userId="306759d044d43394" providerId="LiveId" clId="{5D5EE643-3F72-463A-BEE7-D88B4D7B6A6D}" dt="2026-05-09T17:41:05.543" v="1567"/>
          <ac:spMkLst>
            <pc:docMk/>
            <pc:sldMk cId="1066603448" sldId="265"/>
            <ac:spMk id="44" creationId="{2721C9D5-28A5-4B0E-E6E3-FD5470222889}"/>
          </ac:spMkLst>
        </pc:spChg>
        <pc:spChg chg="mod">
          <ac:chgData name=". ." userId="306759d044d43394" providerId="LiveId" clId="{5D5EE643-3F72-463A-BEE7-D88B4D7B6A6D}" dt="2026-05-09T17:41:05.543" v="1567"/>
          <ac:spMkLst>
            <pc:docMk/>
            <pc:sldMk cId="1066603448" sldId="265"/>
            <ac:spMk id="45" creationId="{E38C0D9E-1884-103D-5F66-BCF7EDA695D9}"/>
          </ac:spMkLst>
        </pc:spChg>
        <pc:spChg chg="mod">
          <ac:chgData name=". ." userId="306759d044d43394" providerId="LiveId" clId="{5D5EE643-3F72-463A-BEE7-D88B4D7B6A6D}" dt="2026-05-09T17:41:05.543" v="1567"/>
          <ac:spMkLst>
            <pc:docMk/>
            <pc:sldMk cId="1066603448" sldId="265"/>
            <ac:spMk id="47" creationId="{46D6D138-CFBE-7445-4050-719C40D52EDC}"/>
          </ac:spMkLst>
        </pc:spChg>
        <pc:spChg chg="mod">
          <ac:chgData name=". ." userId="306759d044d43394" providerId="LiveId" clId="{5D5EE643-3F72-463A-BEE7-D88B4D7B6A6D}" dt="2026-05-09T17:41:05.543" v="1567"/>
          <ac:spMkLst>
            <pc:docMk/>
            <pc:sldMk cId="1066603448" sldId="265"/>
            <ac:spMk id="48" creationId="{EC06C8F3-0F86-3033-AE4A-45F608C9AA74}"/>
          </ac:spMkLst>
        </pc:spChg>
        <pc:spChg chg="del mod topLvl">
          <ac:chgData name=". ." userId="306759d044d43394" providerId="LiveId" clId="{5D5EE643-3F72-463A-BEE7-D88B4D7B6A6D}" dt="2026-05-09T17:17:04.701" v="1315" actId="478"/>
          <ac:spMkLst>
            <pc:docMk/>
            <pc:sldMk cId="1066603448" sldId="265"/>
            <ac:spMk id="56" creationId="{4BE5CB7C-5887-04EB-24AE-2F2F79E8AB45}"/>
          </ac:spMkLst>
        </pc:spChg>
        <pc:grpChg chg="add mod">
          <ac:chgData name=". ." userId="306759d044d43394" providerId="LiveId" clId="{5D5EE643-3F72-463A-BEE7-D88B4D7B6A6D}" dt="2026-05-09T18:24:17.029" v="1796" actId="1076"/>
          <ac:grpSpMkLst>
            <pc:docMk/>
            <pc:sldMk cId="1066603448" sldId="265"/>
            <ac:grpSpMk id="4" creationId="{835C3DF9-1F5E-6B98-C64A-9917E3E70C78}"/>
          </ac:grpSpMkLst>
        </pc:grpChg>
        <pc:grpChg chg="add del mod">
          <ac:chgData name=". ." userId="306759d044d43394" providerId="LiveId" clId="{5D5EE643-3F72-463A-BEE7-D88B4D7B6A6D}" dt="2026-05-09T17:22:03.468" v="1393" actId="165"/>
          <ac:grpSpMkLst>
            <pc:docMk/>
            <pc:sldMk cId="1066603448" sldId="265"/>
            <ac:grpSpMk id="4" creationId="{9BB60801-7E06-A0CF-0519-5722DD83CEC9}"/>
          </ac:grpSpMkLst>
        </pc:grpChg>
        <pc:grpChg chg="del">
          <ac:chgData name=". ." userId="306759d044d43394" providerId="LiveId" clId="{5D5EE643-3F72-463A-BEE7-D88B4D7B6A6D}" dt="2026-05-09T17:14:27.758" v="1288" actId="478"/>
          <ac:grpSpMkLst>
            <pc:docMk/>
            <pc:sldMk cId="1066603448" sldId="265"/>
            <ac:grpSpMk id="7" creationId="{18B85660-034D-17BA-F046-B850769EB980}"/>
          </ac:grpSpMkLst>
        </pc:grpChg>
        <pc:grpChg chg="add mod">
          <ac:chgData name=". ." userId="306759d044d43394" providerId="LiveId" clId="{5D5EE643-3F72-463A-BEE7-D88B4D7B6A6D}" dt="2026-05-09T17:14:25.345" v="1287" actId="1076"/>
          <ac:grpSpMkLst>
            <pc:docMk/>
            <pc:sldMk cId="1066603448" sldId="265"/>
            <ac:grpSpMk id="10" creationId="{041CA1B5-D14B-E541-C6CA-7D26917FA93A}"/>
          </ac:grpSpMkLst>
        </pc:grpChg>
        <pc:grpChg chg="add mod">
          <ac:chgData name=". ." userId="306759d044d43394" providerId="LiveId" clId="{5D5EE643-3F72-463A-BEE7-D88B4D7B6A6D}" dt="2026-05-09T18:24:00.586" v="1795" actId="1076"/>
          <ac:grpSpMkLst>
            <pc:docMk/>
            <pc:sldMk cId="1066603448" sldId="265"/>
            <ac:grpSpMk id="11" creationId="{2BDDDD50-2434-DE23-E40B-5737DEA14030}"/>
          </ac:grpSpMkLst>
        </pc:grpChg>
        <pc:grpChg chg="del">
          <ac:chgData name=". ." userId="306759d044d43394" providerId="LiveId" clId="{5D5EE643-3F72-463A-BEE7-D88B4D7B6A6D}" dt="2026-05-09T17:14:15.609" v="1283" actId="478"/>
          <ac:grpSpMkLst>
            <pc:docMk/>
            <pc:sldMk cId="1066603448" sldId="265"/>
            <ac:grpSpMk id="11" creationId="{B8FD039A-B6D0-E289-EDEC-02C4ECC0D241}"/>
          </ac:grpSpMkLst>
        </pc:grpChg>
        <pc:grpChg chg="add mod">
          <ac:chgData name=". ." userId="306759d044d43394" providerId="LiveId" clId="{5D5EE643-3F72-463A-BEE7-D88B4D7B6A6D}" dt="2026-05-09T18:32:46.391" v="1829" actId="1076"/>
          <ac:grpSpMkLst>
            <pc:docMk/>
            <pc:sldMk cId="1066603448" sldId="265"/>
            <ac:grpSpMk id="16" creationId="{C1A68E46-7682-A8EF-77F4-635499C0D9AA}"/>
          </ac:grpSpMkLst>
        </pc:grpChg>
        <pc:grpChg chg="add mod">
          <ac:chgData name=". ." userId="306759d044d43394" providerId="LiveId" clId="{5D5EE643-3F72-463A-BEE7-D88B4D7B6A6D}" dt="2026-05-09T17:23:06.040" v="1407" actId="1076"/>
          <ac:grpSpMkLst>
            <pc:docMk/>
            <pc:sldMk cId="1066603448" sldId="265"/>
            <ac:grpSpMk id="22" creationId="{8794879F-15E4-5D1C-BF8E-10D96F28B259}"/>
          </ac:grpSpMkLst>
        </pc:grpChg>
        <pc:grpChg chg="add del mod">
          <ac:chgData name=". ." userId="306759d044d43394" providerId="LiveId" clId="{5D5EE643-3F72-463A-BEE7-D88B4D7B6A6D}" dt="2026-05-09T17:35:11.291" v="1434" actId="165"/>
          <ac:grpSpMkLst>
            <pc:docMk/>
            <pc:sldMk cId="1066603448" sldId="265"/>
            <ac:grpSpMk id="23" creationId="{8BCFC757-33D5-26EF-D4D6-2185A2A4640A}"/>
          </ac:grpSpMkLst>
        </pc:grpChg>
        <pc:grpChg chg="add mod">
          <ac:chgData name=". ." userId="306759d044d43394" providerId="LiveId" clId="{5D5EE643-3F72-463A-BEE7-D88B4D7B6A6D}" dt="2026-05-09T17:22:42.997" v="1398"/>
          <ac:grpSpMkLst>
            <pc:docMk/>
            <pc:sldMk cId="1066603448" sldId="265"/>
            <ac:grpSpMk id="24" creationId="{5620E8CF-ED75-C692-605D-C843F71AC3B1}"/>
          </ac:grpSpMkLst>
        </pc:grpChg>
        <pc:grpChg chg="add mod">
          <ac:chgData name=". ." userId="306759d044d43394" providerId="LiveId" clId="{5D5EE643-3F72-463A-BEE7-D88B4D7B6A6D}" dt="2026-05-09T18:38:34.477" v="1869" actId="1076"/>
          <ac:grpSpMkLst>
            <pc:docMk/>
            <pc:sldMk cId="1066603448" sldId="265"/>
            <ac:grpSpMk id="25" creationId="{580E2228-9D3D-F1A7-1FB1-DFB1E585FDB9}"/>
          </ac:grpSpMkLst>
        </pc:grpChg>
        <pc:grpChg chg="mod">
          <ac:chgData name=". ." userId="306759d044d43394" providerId="LiveId" clId="{5D5EE643-3F72-463A-BEE7-D88B4D7B6A6D}" dt="2026-05-09T18:38:26.209" v="1868"/>
          <ac:grpSpMkLst>
            <pc:docMk/>
            <pc:sldMk cId="1066603448" sldId="265"/>
            <ac:grpSpMk id="26" creationId="{E31542C8-DF8D-C34A-AC17-50FFE7878891}"/>
          </ac:grpSpMkLst>
        </pc:grpChg>
        <pc:grpChg chg="mod">
          <ac:chgData name=". ." userId="306759d044d43394" providerId="LiveId" clId="{5D5EE643-3F72-463A-BEE7-D88B4D7B6A6D}" dt="2026-05-09T18:38:26.209" v="1868"/>
          <ac:grpSpMkLst>
            <pc:docMk/>
            <pc:sldMk cId="1066603448" sldId="265"/>
            <ac:grpSpMk id="28" creationId="{1DA18AAB-7805-723B-5537-93E0B60CFD60}"/>
          </ac:grpSpMkLst>
        </pc:grpChg>
        <pc:grpChg chg="add mod">
          <ac:chgData name=". ." userId="306759d044d43394" providerId="LiveId" clId="{5D5EE643-3F72-463A-BEE7-D88B4D7B6A6D}" dt="2026-05-09T17:34:54.746" v="1433" actId="164"/>
          <ac:grpSpMkLst>
            <pc:docMk/>
            <pc:sldMk cId="1066603448" sldId="265"/>
            <ac:grpSpMk id="37" creationId="{6EA1C97A-CCFA-F729-8439-01A3E7FC60FF}"/>
          </ac:grpSpMkLst>
        </pc:grpChg>
        <pc:grpChg chg="add mod">
          <ac:chgData name=". ." userId="306759d044d43394" providerId="LiveId" clId="{5D5EE643-3F72-463A-BEE7-D88B4D7B6A6D}" dt="2026-05-09T17:35:20.076" v="1435" actId="164"/>
          <ac:grpSpMkLst>
            <pc:docMk/>
            <pc:sldMk cId="1066603448" sldId="265"/>
            <ac:grpSpMk id="38" creationId="{5D853FAA-085B-2358-6E7C-004ACD32AA7B}"/>
          </ac:grpSpMkLst>
        </pc:grpChg>
        <pc:grpChg chg="add del mod">
          <ac:chgData name=". ." userId="306759d044d43394" providerId="LiveId" clId="{5D5EE643-3F72-463A-BEE7-D88B4D7B6A6D}" dt="2026-05-10T14:05:49.039" v="1909" actId="165"/>
          <ac:grpSpMkLst>
            <pc:docMk/>
            <pc:sldMk cId="1066603448" sldId="265"/>
            <ac:grpSpMk id="39" creationId="{DDE36085-05B4-0D40-527A-C4072DA87D04}"/>
          </ac:grpSpMkLst>
        </pc:grpChg>
        <pc:grpChg chg="add mod">
          <ac:chgData name=". ." userId="306759d044d43394" providerId="LiveId" clId="{5D5EE643-3F72-463A-BEE7-D88B4D7B6A6D}" dt="2026-05-09T17:41:32.326" v="1570" actId="1076"/>
          <ac:grpSpMkLst>
            <pc:docMk/>
            <pc:sldMk cId="1066603448" sldId="265"/>
            <ac:grpSpMk id="40" creationId="{0FFE5910-1743-D3EE-2156-3F3721D63C42}"/>
          </ac:grpSpMkLst>
        </pc:grpChg>
        <pc:grpChg chg="add mod">
          <ac:chgData name=". ." userId="306759d044d43394" providerId="LiveId" clId="{5D5EE643-3F72-463A-BEE7-D88B4D7B6A6D}" dt="2026-05-09T17:41:38.486" v="1571" actId="1076"/>
          <ac:grpSpMkLst>
            <pc:docMk/>
            <pc:sldMk cId="1066603448" sldId="265"/>
            <ac:grpSpMk id="43" creationId="{4AAEF2CF-C954-17F7-5FB1-F4C25FEEA54A}"/>
          </ac:grpSpMkLst>
        </pc:grpChg>
        <pc:grpChg chg="add mod">
          <ac:chgData name=". ." userId="306759d044d43394" providerId="LiveId" clId="{5D5EE643-3F72-463A-BEE7-D88B4D7B6A6D}" dt="2026-05-09T17:41:43.964" v="1572" actId="1076"/>
          <ac:grpSpMkLst>
            <pc:docMk/>
            <pc:sldMk cId="1066603448" sldId="265"/>
            <ac:grpSpMk id="46" creationId="{2D08FDE7-292E-6FE7-4821-C5E499F90A1A}"/>
          </ac:grpSpMkLst>
        </pc:grpChg>
        <pc:grpChg chg="add mod">
          <ac:chgData name=". ." userId="306759d044d43394" providerId="LiveId" clId="{5D5EE643-3F72-463A-BEE7-D88B4D7B6A6D}" dt="2026-05-10T14:06:36.262" v="1918" actId="164"/>
          <ac:grpSpMkLst>
            <pc:docMk/>
            <pc:sldMk cId="1066603448" sldId="265"/>
            <ac:grpSpMk id="49" creationId="{DA472DDC-F525-9B61-5CE8-3628A21DEABD}"/>
          </ac:grpSpMkLst>
        </pc:grpChg>
        <pc:grpChg chg="mod">
          <ac:chgData name=". ." userId="306759d044d43394" providerId="LiveId" clId="{5D5EE643-3F72-463A-BEE7-D88B4D7B6A6D}" dt="2026-05-09T17:13:57.035" v="1268" actId="1076"/>
          <ac:grpSpMkLst>
            <pc:docMk/>
            <pc:sldMk cId="1066603448" sldId="265"/>
            <ac:grpSpMk id="52" creationId="{47836A4A-FCE9-4BFD-DDBD-2E10731FB55B}"/>
          </ac:grpSpMkLst>
        </pc:grpChg>
        <pc:picChg chg="mod topLvl">
          <ac:chgData name=". ." userId="306759d044d43394" providerId="LiveId" clId="{5D5EE643-3F72-463A-BEE7-D88B4D7B6A6D}" dt="2026-05-09T17:35:11.291" v="1434" actId="165"/>
          <ac:picMkLst>
            <pc:docMk/>
            <pc:sldMk cId="1066603448" sldId="265"/>
            <ac:picMk id="5" creationId="{FA01603E-7CC1-3234-1D10-A8830D8906F9}"/>
          </ac:picMkLst>
        </pc:picChg>
        <pc:picChg chg="del topLvl">
          <ac:chgData name=". ." userId="306759d044d43394" providerId="LiveId" clId="{5D5EE643-3F72-463A-BEE7-D88B4D7B6A6D}" dt="2026-05-09T17:14:27.758" v="1288" actId="478"/>
          <ac:picMkLst>
            <pc:docMk/>
            <pc:sldMk cId="1066603448" sldId="265"/>
            <ac:picMk id="6" creationId="{6EEAA77D-BE9A-184A-7768-FDC3212AFB79}"/>
          </ac:picMkLst>
        </pc:picChg>
        <pc:picChg chg="mod">
          <ac:chgData name=". ." userId="306759d044d43394" providerId="LiveId" clId="{5D5EE643-3F72-463A-BEE7-D88B4D7B6A6D}" dt="2026-05-09T18:23:36.621" v="1791"/>
          <ac:picMkLst>
            <pc:docMk/>
            <pc:sldMk cId="1066603448" sldId="265"/>
            <ac:picMk id="14" creationId="{17D70769-5FC2-D986-D4E4-354EEEF69664}"/>
          </ac:picMkLst>
        </pc:picChg>
        <pc:picChg chg="mod">
          <ac:chgData name=". ." userId="306759d044d43394" providerId="LiveId" clId="{5D5EE643-3F72-463A-BEE7-D88B4D7B6A6D}" dt="2026-05-09T17:14:17.683" v="1284"/>
          <ac:picMkLst>
            <pc:docMk/>
            <pc:sldMk cId="1066603448" sldId="265"/>
            <ac:picMk id="15" creationId="{7DAA856C-F855-1FD9-F4BA-0C5A10A795E5}"/>
          </ac:picMkLst>
        </pc:picChg>
        <pc:picChg chg="add del mod topLvl">
          <ac:chgData name=". ." userId="306759d044d43394" providerId="LiveId" clId="{5D5EE643-3F72-463A-BEE7-D88B4D7B6A6D}" dt="2026-05-10T14:05:52.910" v="1910" actId="478"/>
          <ac:picMkLst>
            <pc:docMk/>
            <pc:sldMk cId="1066603448" sldId="265"/>
            <ac:picMk id="17" creationId="{797C959E-2B44-1801-C60C-65BDB58E7DFB}"/>
          </ac:picMkLst>
        </pc:picChg>
        <pc:picChg chg="add mod">
          <ac:chgData name=". ." userId="306759d044d43394" providerId="LiveId" clId="{5D5EE643-3F72-463A-BEE7-D88B4D7B6A6D}" dt="2026-05-09T17:34:54.746" v="1433" actId="164"/>
          <ac:picMkLst>
            <pc:docMk/>
            <pc:sldMk cId="1066603448" sldId="265"/>
            <ac:picMk id="29" creationId="{C8768641-FDA9-5CC2-87B7-ECE7B9B954CD}"/>
          </ac:picMkLst>
        </pc:picChg>
        <pc:picChg chg="mod">
          <ac:chgData name=". ." userId="306759d044d43394" providerId="LiveId" clId="{5D5EE643-3F72-463A-BEE7-D88B4D7B6A6D}" dt="2026-05-09T18:38:26.209" v="1868"/>
          <ac:picMkLst>
            <pc:docMk/>
            <pc:sldMk cId="1066603448" sldId="265"/>
            <ac:picMk id="33" creationId="{586F3BB7-B6CB-7EA7-6B55-C368771B16CA}"/>
          </ac:picMkLst>
        </pc:picChg>
        <pc:picChg chg="add mod">
          <ac:chgData name=". ." userId="306759d044d43394" providerId="LiveId" clId="{5D5EE643-3F72-463A-BEE7-D88B4D7B6A6D}" dt="2026-05-10T14:06:36.262" v="1918" actId="164"/>
          <ac:picMkLst>
            <pc:docMk/>
            <pc:sldMk cId="1066603448" sldId="265"/>
            <ac:picMk id="35" creationId="{5768E00A-AA1A-6EED-076A-EBB987502B2D}"/>
          </ac:picMkLst>
        </pc:picChg>
        <pc:cxnChg chg="add del mod">
          <ac:chgData name=". ." userId="306759d044d43394" providerId="LiveId" clId="{5D5EE643-3F72-463A-BEE7-D88B4D7B6A6D}" dt="2026-05-09T17:25:41.770" v="1423" actId="478"/>
          <ac:cxnSpMkLst>
            <pc:docMk/>
            <pc:sldMk cId="1066603448" sldId="265"/>
            <ac:cxnSpMk id="31" creationId="{CFCA8286-6BE2-CB87-4BB7-C6D921C5DA69}"/>
          </ac:cxnSpMkLst>
        </pc:cxnChg>
      </pc:sldChg>
      <pc:sldChg chg="addSp delSp modSp add mod ord">
        <pc:chgData name=". ." userId="306759d044d43394" providerId="LiveId" clId="{5D5EE643-3F72-463A-BEE7-D88B4D7B6A6D}" dt="2026-05-10T14:07:17.754" v="1925" actId="1076"/>
        <pc:sldMkLst>
          <pc:docMk/>
          <pc:sldMk cId="630756900" sldId="266"/>
        </pc:sldMkLst>
        <pc:spChg chg="mod">
          <ac:chgData name=". ." userId="306759d044d43394" providerId="LiveId" clId="{5D5EE643-3F72-463A-BEE7-D88B4D7B6A6D}" dt="2026-05-09T17:39:30.224" v="1500" actId="164"/>
          <ac:spMkLst>
            <pc:docMk/>
            <pc:sldMk cId="630756900" sldId="266"/>
            <ac:spMk id="4" creationId="{A5BC22D3-C21D-CDDA-9070-4D33CBDBBC06}"/>
          </ac:spMkLst>
        </pc:spChg>
        <pc:spChg chg="mod">
          <ac:chgData name=". ." userId="306759d044d43394" providerId="LiveId" clId="{5D5EE643-3F72-463A-BEE7-D88B4D7B6A6D}" dt="2026-05-09T17:39:30.224" v="1500" actId="164"/>
          <ac:spMkLst>
            <pc:docMk/>
            <pc:sldMk cId="630756900" sldId="266"/>
            <ac:spMk id="6" creationId="{43CE7810-954D-2192-39D1-DB1716D1E831}"/>
          </ac:spMkLst>
        </pc:spChg>
        <pc:spChg chg="del">
          <ac:chgData name=". ." userId="306759d044d43394" providerId="LiveId" clId="{5D5EE643-3F72-463A-BEE7-D88B4D7B6A6D}" dt="2026-05-09T17:38:00.770" v="1448" actId="478"/>
          <ac:spMkLst>
            <pc:docMk/>
            <pc:sldMk cId="630756900" sldId="266"/>
            <ac:spMk id="7" creationId="{50268288-13D7-EC1B-C133-61EFC3DA093B}"/>
          </ac:spMkLst>
        </pc:spChg>
        <pc:spChg chg="mod">
          <ac:chgData name=". ." userId="306759d044d43394" providerId="LiveId" clId="{5D5EE643-3F72-463A-BEE7-D88B4D7B6A6D}" dt="2026-05-09T18:25:17.699" v="1797"/>
          <ac:spMkLst>
            <pc:docMk/>
            <pc:sldMk cId="630756900" sldId="266"/>
            <ac:spMk id="8" creationId="{65E7D978-0D00-5E54-F6D4-519CED7C80E4}"/>
          </ac:spMkLst>
        </pc:spChg>
        <pc:spChg chg="del">
          <ac:chgData name=". ." userId="306759d044d43394" providerId="LiveId" clId="{5D5EE643-3F72-463A-BEE7-D88B4D7B6A6D}" dt="2026-05-09T17:38:00.770" v="1448" actId="478"/>
          <ac:spMkLst>
            <pc:docMk/>
            <pc:sldMk cId="630756900" sldId="266"/>
            <ac:spMk id="8" creationId="{906FC541-A735-176F-A19C-1E83778A28AE}"/>
          </ac:spMkLst>
        </pc:spChg>
        <pc:spChg chg="mod">
          <ac:chgData name=". ." userId="306759d044d43394" providerId="LiveId" clId="{5D5EE643-3F72-463A-BEE7-D88B4D7B6A6D}" dt="2026-05-09T18:25:17.699" v="1797"/>
          <ac:spMkLst>
            <pc:docMk/>
            <pc:sldMk cId="630756900" sldId="266"/>
            <ac:spMk id="9" creationId="{A81DBADF-C3F7-E298-48E6-3C8530E618A6}"/>
          </ac:spMkLst>
        </pc:spChg>
        <pc:spChg chg="mod">
          <ac:chgData name=". ." userId="306759d044d43394" providerId="LiveId" clId="{5D5EE643-3F72-463A-BEE7-D88B4D7B6A6D}" dt="2026-05-09T18:25:17.699" v="1797"/>
          <ac:spMkLst>
            <pc:docMk/>
            <pc:sldMk cId="630756900" sldId="266"/>
            <ac:spMk id="11" creationId="{4BC648C0-6AB6-1666-BF48-5FA16F69AC71}"/>
          </ac:spMkLst>
        </pc:spChg>
        <pc:spChg chg="del">
          <ac:chgData name=". ." userId="306759d044d43394" providerId="LiveId" clId="{5D5EE643-3F72-463A-BEE7-D88B4D7B6A6D}" dt="2026-05-09T17:38:00.770" v="1448" actId="478"/>
          <ac:spMkLst>
            <pc:docMk/>
            <pc:sldMk cId="630756900" sldId="266"/>
            <ac:spMk id="12" creationId="{EB4CFADC-5935-88AA-0517-39DF5749BF1C}"/>
          </ac:spMkLst>
        </pc:spChg>
        <pc:spChg chg="del">
          <ac:chgData name=". ." userId="306759d044d43394" providerId="LiveId" clId="{5D5EE643-3F72-463A-BEE7-D88B4D7B6A6D}" dt="2026-05-09T17:38:35.552" v="1473" actId="478"/>
          <ac:spMkLst>
            <pc:docMk/>
            <pc:sldMk cId="630756900" sldId="266"/>
            <ac:spMk id="13" creationId="{350135AE-F659-DD22-2E60-266DDE98736F}"/>
          </ac:spMkLst>
        </pc:spChg>
        <pc:spChg chg="mod">
          <ac:chgData name=". ." userId="306759d044d43394" providerId="LiveId" clId="{5D5EE643-3F72-463A-BEE7-D88B4D7B6A6D}" dt="2026-05-09T18:25:17.699" v="1797"/>
          <ac:spMkLst>
            <pc:docMk/>
            <pc:sldMk cId="630756900" sldId="266"/>
            <ac:spMk id="14" creationId="{372C3A83-DA88-53F0-02CC-6E73D61AC1E8}"/>
          </ac:spMkLst>
        </pc:spChg>
        <pc:spChg chg="del mod">
          <ac:chgData name=". ." userId="306759d044d43394" providerId="LiveId" clId="{5D5EE643-3F72-463A-BEE7-D88B4D7B6A6D}" dt="2026-05-09T17:38:34.220" v="1470" actId="478"/>
          <ac:spMkLst>
            <pc:docMk/>
            <pc:sldMk cId="630756900" sldId="266"/>
            <ac:spMk id="14" creationId="{5A7340C3-D497-702E-0975-C939E7FA67FD}"/>
          </ac:spMkLst>
        </pc:spChg>
        <pc:spChg chg="mod">
          <ac:chgData name=". ." userId="306759d044d43394" providerId="LiveId" clId="{5D5EE643-3F72-463A-BEE7-D88B4D7B6A6D}" dt="2026-05-09T18:25:17.699" v="1797"/>
          <ac:spMkLst>
            <pc:docMk/>
            <pc:sldMk cId="630756900" sldId="266"/>
            <ac:spMk id="15" creationId="{B9700EAD-1488-FFA0-0601-55CDF5BF609C}"/>
          </ac:spMkLst>
        </pc:spChg>
        <pc:spChg chg="del">
          <ac:chgData name=". ." userId="306759d044d43394" providerId="LiveId" clId="{5D5EE643-3F72-463A-BEE7-D88B4D7B6A6D}" dt="2026-05-09T17:38:18.261" v="1458" actId="478"/>
          <ac:spMkLst>
            <pc:docMk/>
            <pc:sldMk cId="630756900" sldId="266"/>
            <ac:spMk id="15" creationId="{BD4887C9-5E0B-8CA4-9698-64CEBD95097A}"/>
          </ac:spMkLst>
        </pc:spChg>
        <pc:spChg chg="del">
          <ac:chgData name=". ." userId="306759d044d43394" providerId="LiveId" clId="{5D5EE643-3F72-463A-BEE7-D88B4D7B6A6D}" dt="2026-05-09T17:38:14.817" v="1454" actId="478"/>
          <ac:spMkLst>
            <pc:docMk/>
            <pc:sldMk cId="630756900" sldId="266"/>
            <ac:spMk id="16" creationId="{39E3430C-5CBA-5D6B-547F-20AEBAA86E80}"/>
          </ac:spMkLst>
        </pc:spChg>
        <pc:spChg chg="mod">
          <ac:chgData name=". ." userId="306759d044d43394" providerId="LiveId" clId="{5D5EE643-3F72-463A-BEE7-D88B4D7B6A6D}" dt="2026-05-09T18:25:17.699" v="1797"/>
          <ac:spMkLst>
            <pc:docMk/>
            <pc:sldMk cId="630756900" sldId="266"/>
            <ac:spMk id="17" creationId="{1FF67670-FFD0-B76E-A515-2E8513687E0B}"/>
          </ac:spMkLst>
        </pc:spChg>
        <pc:spChg chg="del mod">
          <ac:chgData name=". ." userId="306759d044d43394" providerId="LiveId" clId="{5D5EE643-3F72-463A-BEE7-D88B4D7B6A6D}" dt="2026-05-09T17:38:24.902" v="1465"/>
          <ac:spMkLst>
            <pc:docMk/>
            <pc:sldMk cId="630756900" sldId="266"/>
            <ac:spMk id="17" creationId="{7A31B5A9-43E2-61F6-D798-3EF4CA5BD557}"/>
          </ac:spMkLst>
        </pc:spChg>
        <pc:spChg chg="mod">
          <ac:chgData name=". ." userId="306759d044d43394" providerId="LiveId" clId="{5D5EE643-3F72-463A-BEE7-D88B4D7B6A6D}" dt="2026-05-09T18:25:17.699" v="1797"/>
          <ac:spMkLst>
            <pc:docMk/>
            <pc:sldMk cId="630756900" sldId="266"/>
            <ac:spMk id="19" creationId="{410C5936-5498-AF3F-862E-7D2910C4BA67}"/>
          </ac:spMkLst>
        </pc:spChg>
        <pc:spChg chg="mod">
          <ac:chgData name=". ." userId="306759d044d43394" providerId="LiveId" clId="{5D5EE643-3F72-463A-BEE7-D88B4D7B6A6D}" dt="2026-05-09T18:27:05.398" v="1801"/>
          <ac:spMkLst>
            <pc:docMk/>
            <pc:sldMk cId="630756900" sldId="266"/>
            <ac:spMk id="21" creationId="{6C3E1E10-58AF-29CB-D83D-00611FEDE139}"/>
          </ac:spMkLst>
        </pc:spChg>
        <pc:spChg chg="del">
          <ac:chgData name=". ." userId="306759d044d43394" providerId="LiveId" clId="{5D5EE643-3F72-463A-BEE7-D88B4D7B6A6D}" dt="2026-05-09T17:38:24.902" v="1463" actId="478"/>
          <ac:spMkLst>
            <pc:docMk/>
            <pc:sldMk cId="630756900" sldId="266"/>
            <ac:spMk id="21" creationId="{D8DBC6F7-A35C-FC98-ABE8-9760AFBFD962}"/>
          </ac:spMkLst>
        </pc:spChg>
        <pc:spChg chg="del mod">
          <ac:chgData name=". ." userId="306759d044d43394" providerId="LiveId" clId="{5D5EE643-3F72-463A-BEE7-D88B4D7B6A6D}" dt="2026-05-09T17:38:34.220" v="1472"/>
          <ac:spMkLst>
            <pc:docMk/>
            <pc:sldMk cId="630756900" sldId="266"/>
            <ac:spMk id="22" creationId="{137806EE-620F-0259-E2C0-71FF102AF95B}"/>
          </ac:spMkLst>
        </pc:spChg>
        <pc:spChg chg="mod">
          <ac:chgData name=". ." userId="306759d044d43394" providerId="LiveId" clId="{5D5EE643-3F72-463A-BEE7-D88B4D7B6A6D}" dt="2026-05-09T18:27:05.398" v="1801"/>
          <ac:spMkLst>
            <pc:docMk/>
            <pc:sldMk cId="630756900" sldId="266"/>
            <ac:spMk id="22" creationId="{2E5AF2CF-1496-4897-D4E0-94DE554E7D86}"/>
          </ac:spMkLst>
        </pc:spChg>
        <pc:spChg chg="del mod">
          <ac:chgData name=". ." userId="306759d044d43394" providerId="LiveId" clId="{5D5EE643-3F72-463A-BEE7-D88B4D7B6A6D}" dt="2026-05-09T17:38:24.902" v="1467"/>
          <ac:spMkLst>
            <pc:docMk/>
            <pc:sldMk cId="630756900" sldId="266"/>
            <ac:spMk id="23" creationId="{5E70160F-1896-8F4F-F12E-AFD9C3CF90AD}"/>
          </ac:spMkLst>
        </pc:spChg>
        <pc:spChg chg="del">
          <ac:chgData name=". ." userId="306759d044d43394" providerId="LiveId" clId="{5D5EE643-3F72-463A-BEE7-D88B4D7B6A6D}" dt="2026-05-09T17:38:46.963" v="1478" actId="478"/>
          <ac:spMkLst>
            <pc:docMk/>
            <pc:sldMk cId="630756900" sldId="266"/>
            <ac:spMk id="24" creationId="{13670BE8-29F8-31AB-ACBA-BD8D75B780F0}"/>
          </ac:spMkLst>
        </pc:spChg>
        <pc:spChg chg="mod">
          <ac:chgData name=". ." userId="306759d044d43394" providerId="LiveId" clId="{5D5EE643-3F72-463A-BEE7-D88B4D7B6A6D}" dt="2026-05-09T18:27:05.398" v="1801"/>
          <ac:spMkLst>
            <pc:docMk/>
            <pc:sldMk cId="630756900" sldId="266"/>
            <ac:spMk id="24" creationId="{5B3A8E13-A5A8-79F1-23BF-ED5063D08533}"/>
          </ac:spMkLst>
        </pc:spChg>
        <pc:spChg chg="del mod">
          <ac:chgData name=". ." userId="306759d044d43394" providerId="LiveId" clId="{5D5EE643-3F72-463A-BEE7-D88B4D7B6A6D}" dt="2026-05-09T17:38:46.060" v="1477" actId="478"/>
          <ac:spMkLst>
            <pc:docMk/>
            <pc:sldMk cId="630756900" sldId="266"/>
            <ac:spMk id="25" creationId="{C16ABE6B-C58C-6BDB-01C0-0D52A1AF6555}"/>
          </ac:spMkLst>
        </pc:spChg>
        <pc:spChg chg="del mod">
          <ac:chgData name=". ." userId="306759d044d43394" providerId="LiveId" clId="{5D5EE643-3F72-463A-BEE7-D88B4D7B6A6D}" dt="2026-05-09T17:38:42.285" v="1475" actId="478"/>
          <ac:spMkLst>
            <pc:docMk/>
            <pc:sldMk cId="630756900" sldId="266"/>
            <ac:spMk id="26" creationId="{B4B0E0BF-BF6F-7DB8-3DD2-868CE3EF857E}"/>
          </ac:spMkLst>
        </pc:spChg>
        <pc:spChg chg="mod">
          <ac:chgData name=". ." userId="306759d044d43394" providerId="LiveId" clId="{5D5EE643-3F72-463A-BEE7-D88B4D7B6A6D}" dt="2026-05-10T14:07:06.345" v="1922"/>
          <ac:spMkLst>
            <pc:docMk/>
            <pc:sldMk cId="630756900" sldId="266"/>
            <ac:spMk id="27" creationId="{0306926D-D388-64CE-08C2-E7CD12E440A4}"/>
          </ac:spMkLst>
        </pc:spChg>
        <pc:spChg chg="add mod">
          <ac:chgData name=". ." userId="306759d044d43394" providerId="LiveId" clId="{5D5EE643-3F72-463A-BEE7-D88B4D7B6A6D}" dt="2026-05-09T17:40:16.380" v="1535" actId="164"/>
          <ac:spMkLst>
            <pc:docMk/>
            <pc:sldMk cId="630756900" sldId="266"/>
            <ac:spMk id="31" creationId="{BD77EC38-DA7E-BD7D-EE83-61FAAB19909F}"/>
          </ac:spMkLst>
        </pc:spChg>
        <pc:spChg chg="add mod">
          <ac:chgData name=". ." userId="306759d044d43394" providerId="LiveId" clId="{5D5EE643-3F72-463A-BEE7-D88B4D7B6A6D}" dt="2026-05-09T17:40:16.380" v="1535" actId="164"/>
          <ac:spMkLst>
            <pc:docMk/>
            <pc:sldMk cId="630756900" sldId="266"/>
            <ac:spMk id="32" creationId="{4E1DF709-0B2A-DFD9-6390-DF165719AF80}"/>
          </ac:spMkLst>
        </pc:spChg>
        <pc:spChg chg="mod">
          <ac:chgData name=". ." userId="306759d044d43394" providerId="LiveId" clId="{5D5EE643-3F72-463A-BEE7-D88B4D7B6A6D}" dt="2026-05-09T17:40:44.859" v="1563" actId="14100"/>
          <ac:spMkLst>
            <pc:docMk/>
            <pc:sldMk cId="630756900" sldId="266"/>
            <ac:spMk id="36" creationId="{428B2D1D-921A-C884-F0AD-F1F5EE071412}"/>
          </ac:spMkLst>
        </pc:spChg>
        <pc:spChg chg="mod">
          <ac:chgData name=". ." userId="306759d044d43394" providerId="LiveId" clId="{5D5EE643-3F72-463A-BEE7-D88B4D7B6A6D}" dt="2026-05-09T17:40:35.290" v="1561" actId="20577"/>
          <ac:spMkLst>
            <pc:docMk/>
            <pc:sldMk cId="630756900" sldId="266"/>
            <ac:spMk id="37" creationId="{5D69E702-24CE-8FB3-12A0-4C26F8117DA7}"/>
          </ac:spMkLst>
        </pc:spChg>
        <pc:spChg chg="mod">
          <ac:chgData name=". ." userId="306759d044d43394" providerId="LiveId" clId="{5D5EE643-3F72-463A-BEE7-D88B4D7B6A6D}" dt="2026-05-09T17:48:37.266" v="1636"/>
          <ac:spMkLst>
            <pc:docMk/>
            <pc:sldMk cId="630756900" sldId="266"/>
            <ac:spMk id="39" creationId="{41430F0F-22F3-9292-31BB-0C4716DDF4E5}"/>
          </ac:spMkLst>
        </pc:spChg>
        <pc:spChg chg="mod">
          <ac:chgData name=". ." userId="306759d044d43394" providerId="LiveId" clId="{5D5EE643-3F72-463A-BEE7-D88B4D7B6A6D}" dt="2026-05-09T17:48:37.266" v="1636"/>
          <ac:spMkLst>
            <pc:docMk/>
            <pc:sldMk cId="630756900" sldId="266"/>
            <ac:spMk id="40" creationId="{D40BEC5F-4CAD-FABA-7D92-D1FCE4CA71F2}"/>
          </ac:spMkLst>
        </pc:spChg>
        <pc:spChg chg="mod">
          <ac:chgData name=". ." userId="306759d044d43394" providerId="LiveId" clId="{5D5EE643-3F72-463A-BEE7-D88B4D7B6A6D}" dt="2026-05-09T17:48:37.266" v="1636"/>
          <ac:spMkLst>
            <pc:docMk/>
            <pc:sldMk cId="630756900" sldId="266"/>
            <ac:spMk id="42" creationId="{0B169582-CE44-B38D-9E70-773A07144705}"/>
          </ac:spMkLst>
        </pc:spChg>
        <pc:spChg chg="mod">
          <ac:chgData name=". ." userId="306759d044d43394" providerId="LiveId" clId="{5D5EE643-3F72-463A-BEE7-D88B4D7B6A6D}" dt="2026-05-09T17:48:37.266" v="1636"/>
          <ac:spMkLst>
            <pc:docMk/>
            <pc:sldMk cId="630756900" sldId="266"/>
            <ac:spMk id="43" creationId="{C8AF1FEC-86CB-028B-40FA-A0DE6B8AFA92}"/>
          </ac:spMkLst>
        </pc:spChg>
        <pc:spChg chg="mod">
          <ac:chgData name=". ." userId="306759d044d43394" providerId="LiveId" clId="{5D5EE643-3F72-463A-BEE7-D88B4D7B6A6D}" dt="2026-05-09T17:48:37.266" v="1636"/>
          <ac:spMkLst>
            <pc:docMk/>
            <pc:sldMk cId="630756900" sldId="266"/>
            <ac:spMk id="45" creationId="{AC07A509-AC51-F0E2-03FC-20DF5A45E50A}"/>
          </ac:spMkLst>
        </pc:spChg>
        <pc:spChg chg="mod">
          <ac:chgData name=". ." userId="306759d044d43394" providerId="LiveId" clId="{5D5EE643-3F72-463A-BEE7-D88B4D7B6A6D}" dt="2026-05-09T17:48:37.266" v="1636"/>
          <ac:spMkLst>
            <pc:docMk/>
            <pc:sldMk cId="630756900" sldId="266"/>
            <ac:spMk id="46" creationId="{95FFBF81-4258-23E6-E887-6D4F0E7A17BF}"/>
          </ac:spMkLst>
        </pc:spChg>
        <pc:spChg chg="mod">
          <ac:chgData name=". ." userId="306759d044d43394" providerId="LiveId" clId="{5D5EE643-3F72-463A-BEE7-D88B4D7B6A6D}" dt="2026-05-09T17:48:37.266" v="1636"/>
          <ac:spMkLst>
            <pc:docMk/>
            <pc:sldMk cId="630756900" sldId="266"/>
            <ac:spMk id="48" creationId="{26C7D1D2-22E9-9413-F52D-009F21E836AD}"/>
          </ac:spMkLst>
        </pc:spChg>
        <pc:spChg chg="mod">
          <ac:chgData name=". ." userId="306759d044d43394" providerId="LiveId" clId="{5D5EE643-3F72-463A-BEE7-D88B4D7B6A6D}" dt="2026-05-09T17:48:37.266" v="1636"/>
          <ac:spMkLst>
            <pc:docMk/>
            <pc:sldMk cId="630756900" sldId="266"/>
            <ac:spMk id="49" creationId="{3F8D619D-691E-1F88-024C-393B790AEFD5}"/>
          </ac:spMkLst>
        </pc:spChg>
        <pc:grpChg chg="mod">
          <ac:chgData name=". ." userId="306759d044d43394" providerId="LiveId" clId="{5D5EE643-3F72-463A-BEE7-D88B4D7B6A6D}" dt="2026-05-09T18:26:07.377" v="1798" actId="1076"/>
          <ac:grpSpMkLst>
            <pc:docMk/>
            <pc:sldMk cId="630756900" sldId="266"/>
            <ac:grpSpMk id="7" creationId="{CEF3CD89-3EA3-D4D3-0444-FA378A5E0521}"/>
          </ac:grpSpMkLst>
        </pc:grpChg>
        <pc:grpChg chg="del">
          <ac:chgData name=". ." userId="306759d044d43394" providerId="LiveId" clId="{5D5EE643-3F72-463A-BEE7-D88B4D7B6A6D}" dt="2026-05-09T17:38:06.432" v="1450" actId="478"/>
          <ac:grpSpMkLst>
            <pc:docMk/>
            <pc:sldMk cId="630756900" sldId="266"/>
            <ac:grpSpMk id="9" creationId="{AC686DD4-BD17-2322-169F-72C297093943}"/>
          </ac:grpSpMkLst>
        </pc:grpChg>
        <pc:grpChg chg="del mod">
          <ac:chgData name=". ." userId="306759d044d43394" providerId="LiveId" clId="{5D5EE643-3F72-463A-BEE7-D88B4D7B6A6D}" dt="2026-05-10T14:07:13.698" v="1924" actId="478"/>
          <ac:grpSpMkLst>
            <pc:docMk/>
            <pc:sldMk cId="630756900" sldId="266"/>
            <ac:grpSpMk id="10" creationId="{D5D8C2A6-5895-3260-211A-F6689B5ABD8E}"/>
          </ac:grpSpMkLst>
        </pc:grpChg>
        <pc:grpChg chg="add mod">
          <ac:chgData name=". ." userId="306759d044d43394" providerId="LiveId" clId="{5D5EE643-3F72-463A-BEE7-D88B4D7B6A6D}" dt="2026-05-09T18:26:27.085" v="1800" actId="1076"/>
          <ac:grpSpMkLst>
            <pc:docMk/>
            <pc:sldMk cId="630756900" sldId="266"/>
            <ac:grpSpMk id="13" creationId="{B33DFA11-9EB3-D1B6-B252-2A779C7F6429}"/>
          </ac:grpSpMkLst>
        </pc:grpChg>
        <pc:grpChg chg="mod">
          <ac:chgData name=". ." userId="306759d044d43394" providerId="LiveId" clId="{5D5EE643-3F72-463A-BEE7-D88B4D7B6A6D}" dt="2026-05-09T18:26:27.085" v="1800" actId="1076"/>
          <ac:grpSpMkLst>
            <pc:docMk/>
            <pc:sldMk cId="630756900" sldId="266"/>
            <ac:grpSpMk id="16" creationId="{1EEA5505-D54D-3B04-7A7A-8B25A98BA39D}"/>
          </ac:grpSpMkLst>
        </pc:grpChg>
        <pc:grpChg chg="del">
          <ac:chgData name=". ." userId="306759d044d43394" providerId="LiveId" clId="{5D5EE643-3F72-463A-BEE7-D88B4D7B6A6D}" dt="2026-05-09T17:38:08.818" v="1451" actId="478"/>
          <ac:grpSpMkLst>
            <pc:docMk/>
            <pc:sldMk cId="630756900" sldId="266"/>
            <ac:grpSpMk id="19" creationId="{705BF805-263B-D8CC-DB63-DE467BF991ED}"/>
          </ac:grpSpMkLst>
        </pc:grpChg>
        <pc:grpChg chg="add mod">
          <ac:chgData name=". ." userId="306759d044d43394" providerId="LiveId" clId="{5D5EE643-3F72-463A-BEE7-D88B4D7B6A6D}" dt="2026-05-09T18:27:34.867" v="1804" actId="1076"/>
          <ac:grpSpMkLst>
            <pc:docMk/>
            <pc:sldMk cId="630756900" sldId="266"/>
            <ac:grpSpMk id="20" creationId="{969F361D-9F80-7373-67C0-07D22D7B782E}"/>
          </ac:grpSpMkLst>
        </pc:grpChg>
        <pc:grpChg chg="add mod">
          <ac:chgData name=". ." userId="306759d044d43394" providerId="LiveId" clId="{5D5EE643-3F72-463A-BEE7-D88B4D7B6A6D}" dt="2026-05-09T18:27:42.459" v="1805" actId="1076"/>
          <ac:grpSpMkLst>
            <pc:docMk/>
            <pc:sldMk cId="630756900" sldId="266"/>
            <ac:grpSpMk id="23" creationId="{90CE6EDD-2E7F-A9E5-FE4D-FA196E07374F}"/>
          </ac:grpSpMkLst>
        </pc:grpChg>
        <pc:grpChg chg="add mod">
          <ac:chgData name=". ." userId="306759d044d43394" providerId="LiveId" clId="{5D5EE643-3F72-463A-BEE7-D88B4D7B6A6D}" dt="2026-05-10T14:07:17.754" v="1925" actId="1076"/>
          <ac:grpSpMkLst>
            <pc:docMk/>
            <pc:sldMk cId="630756900" sldId="266"/>
            <ac:grpSpMk id="26" creationId="{0A1C34BD-0BDE-D20E-A737-ED3FBF11B246}"/>
          </ac:grpSpMkLst>
        </pc:grpChg>
        <pc:grpChg chg="del">
          <ac:chgData name=". ." userId="306759d044d43394" providerId="LiveId" clId="{5D5EE643-3F72-463A-BEE7-D88B4D7B6A6D}" dt="2026-05-09T17:38:03.719" v="1449" actId="478"/>
          <ac:grpSpMkLst>
            <pc:docMk/>
            <pc:sldMk cId="630756900" sldId="266"/>
            <ac:grpSpMk id="28" creationId="{0CAE7033-3CCD-A80F-8157-664E6C4E69E8}"/>
          </ac:grpSpMkLst>
        </pc:grpChg>
        <pc:grpChg chg="add mod">
          <ac:chgData name=". ." userId="306759d044d43394" providerId="LiveId" clId="{5D5EE643-3F72-463A-BEE7-D88B4D7B6A6D}" dt="2026-05-09T17:39:30.224" v="1500" actId="164"/>
          <ac:grpSpMkLst>
            <pc:docMk/>
            <pc:sldMk cId="630756900" sldId="266"/>
            <ac:grpSpMk id="33" creationId="{A47D8D1B-CB13-7AD5-7512-2956E2AF9574}"/>
          </ac:grpSpMkLst>
        </pc:grpChg>
        <pc:grpChg chg="add mod">
          <ac:chgData name=". ." userId="306759d044d43394" providerId="LiveId" clId="{5D5EE643-3F72-463A-BEE7-D88B4D7B6A6D}" dt="2026-05-09T17:40:55.782" v="1566" actId="1076"/>
          <ac:grpSpMkLst>
            <pc:docMk/>
            <pc:sldMk cId="630756900" sldId="266"/>
            <ac:grpSpMk id="34" creationId="{E08A975D-5C32-46E8-57A7-1E1FCA891865}"/>
          </ac:grpSpMkLst>
        </pc:grpChg>
        <pc:grpChg chg="add mod">
          <ac:chgData name=". ." userId="306759d044d43394" providerId="LiveId" clId="{5D5EE643-3F72-463A-BEE7-D88B4D7B6A6D}" dt="2026-05-09T17:40:52.701" v="1565" actId="1076"/>
          <ac:grpSpMkLst>
            <pc:docMk/>
            <pc:sldMk cId="630756900" sldId="266"/>
            <ac:grpSpMk id="35" creationId="{B49392B4-EC73-C103-7959-7CE5F44CD324}"/>
          </ac:grpSpMkLst>
        </pc:grpChg>
        <pc:grpChg chg="add del mod">
          <ac:chgData name=". ." userId="306759d044d43394" providerId="LiveId" clId="{5D5EE643-3F72-463A-BEE7-D88B4D7B6A6D}" dt="2026-05-09T18:23:19.761" v="1789" actId="478"/>
          <ac:grpSpMkLst>
            <pc:docMk/>
            <pc:sldMk cId="630756900" sldId="266"/>
            <ac:grpSpMk id="38" creationId="{01837E0B-EDE6-1198-8CE2-F543663ED709}"/>
          </ac:grpSpMkLst>
        </pc:grpChg>
        <pc:grpChg chg="del mod">
          <ac:chgData name=". ." userId="306759d044d43394" providerId="LiveId" clId="{5D5EE643-3F72-463A-BEE7-D88B4D7B6A6D}" dt="2026-05-09T18:23:19.761" v="1789" actId="478"/>
          <ac:grpSpMkLst>
            <pc:docMk/>
            <pc:sldMk cId="630756900" sldId="266"/>
            <ac:grpSpMk id="41" creationId="{30D80C3D-D5C0-3380-394B-7F43FA08011C}"/>
          </ac:grpSpMkLst>
        </pc:grpChg>
        <pc:grpChg chg="del mod">
          <ac:chgData name=". ." userId="306759d044d43394" providerId="LiveId" clId="{5D5EE643-3F72-463A-BEE7-D88B4D7B6A6D}" dt="2026-05-09T18:23:19.761" v="1789" actId="478"/>
          <ac:grpSpMkLst>
            <pc:docMk/>
            <pc:sldMk cId="630756900" sldId="266"/>
            <ac:grpSpMk id="44" creationId="{3A5AE41E-EC98-8C99-4DE1-FF0B76D4B3D6}"/>
          </ac:grpSpMkLst>
        </pc:grpChg>
        <pc:grpChg chg="add del mod">
          <ac:chgData name=". ." userId="306759d044d43394" providerId="LiveId" clId="{5D5EE643-3F72-463A-BEE7-D88B4D7B6A6D}" dt="2026-05-09T18:23:19.761" v="1789" actId="478"/>
          <ac:grpSpMkLst>
            <pc:docMk/>
            <pc:sldMk cId="630756900" sldId="266"/>
            <ac:grpSpMk id="47" creationId="{4C9B05FE-3718-AE53-2C13-DFBEE7316B6E}"/>
          </ac:grpSpMkLst>
        </pc:grpChg>
        <pc:picChg chg="mod">
          <ac:chgData name=". ." userId="306759d044d43394" providerId="LiveId" clId="{5D5EE643-3F72-463A-BEE7-D88B4D7B6A6D}" dt="2026-05-09T18:25:17.699" v="1797"/>
          <ac:picMkLst>
            <pc:docMk/>
            <pc:sldMk cId="630756900" sldId="266"/>
            <ac:picMk id="12" creationId="{4770D266-5EB7-FDE4-7AF9-9D367F4322E1}"/>
          </ac:picMkLst>
        </pc:picChg>
        <pc:picChg chg="mod">
          <ac:chgData name=". ." userId="306759d044d43394" providerId="LiveId" clId="{5D5EE643-3F72-463A-BEE7-D88B4D7B6A6D}" dt="2026-05-09T18:25:17.699" v="1797"/>
          <ac:picMkLst>
            <pc:docMk/>
            <pc:sldMk cId="630756900" sldId="266"/>
            <ac:picMk id="18" creationId="{45A3B7C9-0320-DE95-79DA-58BCA2400B1F}"/>
          </ac:picMkLst>
        </pc:picChg>
        <pc:picChg chg="mod">
          <ac:chgData name=". ." userId="306759d044d43394" providerId="LiveId" clId="{5D5EE643-3F72-463A-BEE7-D88B4D7B6A6D}" dt="2026-05-09T18:27:05.398" v="1801"/>
          <ac:picMkLst>
            <pc:docMk/>
            <pc:sldMk cId="630756900" sldId="266"/>
            <ac:picMk id="25" creationId="{07DD51FC-DFE7-B191-E209-7FD4602B54F7}"/>
          </ac:picMkLst>
        </pc:picChg>
        <pc:picChg chg="mod">
          <ac:chgData name=". ." userId="306759d044d43394" providerId="LiveId" clId="{5D5EE643-3F72-463A-BEE7-D88B4D7B6A6D}" dt="2026-05-10T14:07:06.345" v="1922"/>
          <ac:picMkLst>
            <pc:docMk/>
            <pc:sldMk cId="630756900" sldId="266"/>
            <ac:picMk id="28" creationId="{DF19C9B6-C66F-A3B5-27A1-E083C2E76D7C}"/>
          </ac:picMkLst>
        </pc:picChg>
      </pc:sldChg>
      <pc:sldChg chg="addSp delSp modSp add mod">
        <pc:chgData name=". ." userId="306759d044d43394" providerId="LiveId" clId="{5D5EE643-3F72-463A-BEE7-D88B4D7B6A6D}" dt="2026-05-09T18:42:06.162" v="1877" actId="1076"/>
        <pc:sldMkLst>
          <pc:docMk/>
          <pc:sldMk cId="230177466" sldId="267"/>
        </pc:sldMkLst>
        <pc:spChg chg="mod">
          <ac:chgData name=". ." userId="306759d044d43394" providerId="LiveId" clId="{5D5EE643-3F72-463A-BEE7-D88B4D7B6A6D}" dt="2026-05-09T17:45:00.978" v="1577"/>
          <ac:spMkLst>
            <pc:docMk/>
            <pc:sldMk cId="230177466" sldId="267"/>
            <ac:spMk id="8" creationId="{03D4D42E-4B0A-F340-922F-E60413DB0BBD}"/>
          </ac:spMkLst>
        </pc:spChg>
        <pc:spChg chg="mod">
          <ac:chgData name=". ." userId="306759d044d43394" providerId="LiveId" clId="{5D5EE643-3F72-463A-BEE7-D88B4D7B6A6D}" dt="2026-05-09T17:45:31.949" v="1599" actId="20577"/>
          <ac:spMkLst>
            <pc:docMk/>
            <pc:sldMk cId="230177466" sldId="267"/>
            <ac:spMk id="9" creationId="{750898F6-E565-4A09-68FA-FD4E455B7659}"/>
          </ac:spMkLst>
        </pc:spChg>
        <pc:spChg chg="mod topLvl">
          <ac:chgData name=". ." userId="306759d044d43394" providerId="LiveId" clId="{5D5EE643-3F72-463A-BEE7-D88B4D7B6A6D}" dt="2026-05-09T17:46:55.381" v="1619" actId="164"/>
          <ac:spMkLst>
            <pc:docMk/>
            <pc:sldMk cId="230177466" sldId="267"/>
            <ac:spMk id="11" creationId="{DC0BFAA7-2BD3-B50E-25A1-4ABD1B915D19}"/>
          </ac:spMkLst>
        </pc:spChg>
        <pc:spChg chg="mod topLvl">
          <ac:chgData name=". ." userId="306759d044d43394" providerId="LiveId" clId="{5D5EE643-3F72-463A-BEE7-D88B4D7B6A6D}" dt="2026-05-09T17:46:55.381" v="1619" actId="164"/>
          <ac:spMkLst>
            <pc:docMk/>
            <pc:sldMk cId="230177466" sldId="267"/>
            <ac:spMk id="12" creationId="{4244CC71-53E7-5A91-1A8C-94985005D6F5}"/>
          </ac:spMkLst>
        </pc:spChg>
        <pc:spChg chg="mod">
          <ac:chgData name=". ." userId="306759d044d43394" providerId="LiveId" clId="{5D5EE643-3F72-463A-BEE7-D88B4D7B6A6D}" dt="2026-05-09T17:48:01.829" v="1630" actId="14100"/>
          <ac:spMkLst>
            <pc:docMk/>
            <pc:sldMk cId="230177466" sldId="267"/>
            <ac:spMk id="15" creationId="{C649A941-F624-8A88-CAB9-8555847ABF52}"/>
          </ac:spMkLst>
        </pc:spChg>
        <pc:spChg chg="mod">
          <ac:chgData name=". ." userId="306759d044d43394" providerId="LiveId" clId="{5D5EE643-3F72-463A-BEE7-D88B4D7B6A6D}" dt="2026-05-09T17:47:52.141" v="1628" actId="14100"/>
          <ac:spMkLst>
            <pc:docMk/>
            <pc:sldMk cId="230177466" sldId="267"/>
            <ac:spMk id="16" creationId="{56C0ADAE-301B-7E62-A21D-2ACABD055EA5}"/>
          </ac:spMkLst>
        </pc:spChg>
        <pc:spChg chg="mod">
          <ac:chgData name=". ." userId="306759d044d43394" providerId="LiveId" clId="{5D5EE643-3F72-463A-BEE7-D88B4D7B6A6D}" dt="2026-05-09T17:48:22.586" v="1633"/>
          <ac:spMkLst>
            <pc:docMk/>
            <pc:sldMk cId="230177466" sldId="267"/>
            <ac:spMk id="18" creationId="{846EBC14-8726-CB22-FE06-AF8F99137DE7}"/>
          </ac:spMkLst>
        </pc:spChg>
        <pc:spChg chg="mod">
          <ac:chgData name=". ." userId="306759d044d43394" providerId="LiveId" clId="{5D5EE643-3F72-463A-BEE7-D88B4D7B6A6D}" dt="2026-05-09T17:48:25.967" v="1635" actId="207"/>
          <ac:spMkLst>
            <pc:docMk/>
            <pc:sldMk cId="230177466" sldId="267"/>
            <ac:spMk id="19" creationId="{C6592EC7-AE6C-5D4F-B8B7-BE8998A5B2B8}"/>
          </ac:spMkLst>
        </pc:spChg>
        <pc:spChg chg="mod">
          <ac:chgData name=". ." userId="306759d044d43394" providerId="LiveId" clId="{5D5EE643-3F72-463A-BEE7-D88B4D7B6A6D}" dt="2026-05-09T17:54:19.631" v="1688"/>
          <ac:spMkLst>
            <pc:docMk/>
            <pc:sldMk cId="230177466" sldId="267"/>
            <ac:spMk id="21" creationId="{57662616-5AF7-8C59-78BF-0DE0F4AEA8D7}"/>
          </ac:spMkLst>
        </pc:spChg>
        <pc:spChg chg="mod">
          <ac:chgData name=". ." userId="306759d044d43394" providerId="LiveId" clId="{5D5EE643-3F72-463A-BEE7-D88B4D7B6A6D}" dt="2026-05-09T17:54:19.631" v="1688"/>
          <ac:spMkLst>
            <pc:docMk/>
            <pc:sldMk cId="230177466" sldId="267"/>
            <ac:spMk id="22" creationId="{EE3B893E-92EB-2974-2035-9C1C03E46074}"/>
          </ac:spMkLst>
        </pc:spChg>
        <pc:spChg chg="mod">
          <ac:chgData name=". ." userId="306759d044d43394" providerId="LiveId" clId="{5D5EE643-3F72-463A-BEE7-D88B4D7B6A6D}" dt="2026-05-09T17:54:19.631" v="1688"/>
          <ac:spMkLst>
            <pc:docMk/>
            <pc:sldMk cId="230177466" sldId="267"/>
            <ac:spMk id="24" creationId="{11E961BC-232D-3AA1-9048-CD58C7278FD5}"/>
          </ac:spMkLst>
        </pc:spChg>
        <pc:spChg chg="mod">
          <ac:chgData name=". ." userId="306759d044d43394" providerId="LiveId" clId="{5D5EE643-3F72-463A-BEE7-D88B4D7B6A6D}" dt="2026-05-09T17:54:19.631" v="1688"/>
          <ac:spMkLst>
            <pc:docMk/>
            <pc:sldMk cId="230177466" sldId="267"/>
            <ac:spMk id="25" creationId="{C4DF6206-4B52-C84A-743F-B1136A1B6ADD}"/>
          </ac:spMkLst>
        </pc:spChg>
        <pc:spChg chg="mod">
          <ac:chgData name=". ." userId="306759d044d43394" providerId="LiveId" clId="{5D5EE643-3F72-463A-BEE7-D88B4D7B6A6D}" dt="2026-05-09T18:28:08.132" v="1806"/>
          <ac:spMkLst>
            <pc:docMk/>
            <pc:sldMk cId="230177466" sldId="267"/>
            <ac:spMk id="26" creationId="{462B81D4-3785-1AD3-5B02-C6DD344E7C80}"/>
          </ac:spMkLst>
        </pc:spChg>
        <pc:spChg chg="mod">
          <ac:chgData name=". ." userId="306759d044d43394" providerId="LiveId" clId="{5D5EE643-3F72-463A-BEE7-D88B4D7B6A6D}" dt="2026-05-09T18:28:08.132" v="1806"/>
          <ac:spMkLst>
            <pc:docMk/>
            <pc:sldMk cId="230177466" sldId="267"/>
            <ac:spMk id="27" creationId="{E6BF462B-96AC-A736-49BA-9587C2B19DA6}"/>
          </ac:spMkLst>
        </pc:spChg>
        <pc:spChg chg="mod">
          <ac:chgData name=". ." userId="306759d044d43394" providerId="LiveId" clId="{5D5EE643-3F72-463A-BEE7-D88B4D7B6A6D}" dt="2026-05-09T18:28:08.132" v="1806"/>
          <ac:spMkLst>
            <pc:docMk/>
            <pc:sldMk cId="230177466" sldId="267"/>
            <ac:spMk id="29" creationId="{57BAAFE4-6C6C-A42D-8F64-531542F72B73}"/>
          </ac:spMkLst>
        </pc:spChg>
        <pc:grpChg chg="add mod">
          <ac:chgData name=". ." userId="306759d044d43394" providerId="LiveId" clId="{5D5EE643-3F72-463A-BEE7-D88B4D7B6A6D}" dt="2026-05-09T17:46:42.708" v="1615" actId="1076"/>
          <ac:grpSpMkLst>
            <pc:docMk/>
            <pc:sldMk cId="230177466" sldId="267"/>
            <ac:grpSpMk id="7" creationId="{7B1A1062-52DB-9DF5-8489-680C69E3DB89}"/>
          </ac:grpSpMkLst>
        </pc:grpChg>
        <pc:grpChg chg="add mod">
          <ac:chgData name=". ." userId="306759d044d43394" providerId="LiveId" clId="{5D5EE643-3F72-463A-BEE7-D88B4D7B6A6D}" dt="2026-05-09T18:28:30.967" v="1808" actId="1076"/>
          <ac:grpSpMkLst>
            <pc:docMk/>
            <pc:sldMk cId="230177466" sldId="267"/>
            <ac:grpSpMk id="10" creationId="{8BC081FA-AA5B-F5C6-246C-A78EFA34557C}"/>
          </ac:grpSpMkLst>
        </pc:grpChg>
        <pc:grpChg chg="add del mod">
          <ac:chgData name=". ." userId="306759d044d43394" providerId="LiveId" clId="{5D5EE643-3F72-463A-BEE7-D88B4D7B6A6D}" dt="2026-05-09T17:46:51.025" v="1618" actId="165"/>
          <ac:grpSpMkLst>
            <pc:docMk/>
            <pc:sldMk cId="230177466" sldId="267"/>
            <ac:grpSpMk id="10" creationId="{DE080230-E781-4B57-CBBA-C01EED8A2597}"/>
          </ac:grpSpMkLst>
        </pc:grpChg>
        <pc:grpChg chg="add mod">
          <ac:chgData name=". ." userId="306759d044d43394" providerId="LiveId" clId="{5D5EE643-3F72-463A-BEE7-D88B4D7B6A6D}" dt="2026-05-09T17:47:25.285" v="1621" actId="1076"/>
          <ac:grpSpMkLst>
            <pc:docMk/>
            <pc:sldMk cId="230177466" sldId="267"/>
            <ac:grpSpMk id="13" creationId="{3F5E5915-E4F1-465D-5EB4-8CB276BEB8A3}"/>
          </ac:grpSpMkLst>
        </pc:grpChg>
        <pc:grpChg chg="add mod">
          <ac:chgData name=". ." userId="306759d044d43394" providerId="LiveId" clId="{5D5EE643-3F72-463A-BEE7-D88B4D7B6A6D}" dt="2026-05-09T17:47:42.372" v="1624"/>
          <ac:grpSpMkLst>
            <pc:docMk/>
            <pc:sldMk cId="230177466" sldId="267"/>
            <ac:grpSpMk id="14" creationId="{5330E57F-A6FE-ED24-E223-4D9CB4BB1B4C}"/>
          </ac:grpSpMkLst>
        </pc:grpChg>
        <pc:grpChg chg="add mod">
          <ac:chgData name=". ." userId="306759d044d43394" providerId="LiveId" clId="{5D5EE643-3F72-463A-BEE7-D88B4D7B6A6D}" dt="2026-05-09T17:48:22.586" v="1633"/>
          <ac:grpSpMkLst>
            <pc:docMk/>
            <pc:sldMk cId="230177466" sldId="267"/>
            <ac:grpSpMk id="17" creationId="{D25DB7DF-03F8-6FD0-D986-CE8DF7061F16}"/>
          </ac:grpSpMkLst>
        </pc:grpChg>
        <pc:grpChg chg="add mod">
          <ac:chgData name=". ." userId="306759d044d43394" providerId="LiveId" clId="{5D5EE643-3F72-463A-BEE7-D88B4D7B6A6D}" dt="2026-05-09T18:40:15.371" v="1873" actId="688"/>
          <ac:grpSpMkLst>
            <pc:docMk/>
            <pc:sldMk cId="230177466" sldId="267"/>
            <ac:grpSpMk id="20" creationId="{3AC97971-8B27-ED13-72DB-38A7B0E38648}"/>
          </ac:grpSpMkLst>
        </pc:grpChg>
        <pc:grpChg chg="add mod">
          <ac:chgData name=". ." userId="306759d044d43394" providerId="LiveId" clId="{5D5EE643-3F72-463A-BEE7-D88B4D7B6A6D}" dt="2026-05-09T18:42:06.162" v="1877" actId="1076"/>
          <ac:grpSpMkLst>
            <pc:docMk/>
            <pc:sldMk cId="230177466" sldId="267"/>
            <ac:grpSpMk id="23" creationId="{B90ADD25-20EE-23FA-48D0-A63A2840A4BD}"/>
          </ac:grpSpMkLst>
        </pc:grpChg>
        <pc:grpChg chg="add mod">
          <ac:chgData name=". ." userId="306759d044d43394" providerId="LiveId" clId="{5D5EE643-3F72-463A-BEE7-D88B4D7B6A6D}" dt="2026-05-09T18:28:19.714" v="1807" actId="1076"/>
          <ac:grpSpMkLst>
            <pc:docMk/>
            <pc:sldMk cId="230177466" sldId="267"/>
            <ac:grpSpMk id="28" creationId="{F67D41FA-0CB8-3516-EA1B-3CCB78F118B1}"/>
          </ac:grpSpMkLst>
        </pc:grpChg>
        <pc:grpChg chg="del mod">
          <ac:chgData name=". ." userId="306759d044d43394" providerId="LiveId" clId="{5D5EE643-3F72-463A-BEE7-D88B4D7B6A6D}" dt="2026-05-09T18:22:54.144" v="1787" actId="21"/>
          <ac:grpSpMkLst>
            <pc:docMk/>
            <pc:sldMk cId="230177466" sldId="267"/>
            <ac:grpSpMk id="33" creationId="{D991EFD7-A580-1FD4-B548-07AFF26E96A9}"/>
          </ac:grpSpMkLst>
        </pc:grpChg>
        <pc:grpChg chg="del mod">
          <ac:chgData name=". ." userId="306759d044d43394" providerId="LiveId" clId="{5D5EE643-3F72-463A-BEE7-D88B4D7B6A6D}" dt="2026-05-09T18:22:54.144" v="1787" actId="21"/>
          <ac:grpSpMkLst>
            <pc:docMk/>
            <pc:sldMk cId="230177466" sldId="267"/>
            <ac:grpSpMk id="34" creationId="{FF0A69A1-C34B-A1FC-DC06-EFF91B717922}"/>
          </ac:grpSpMkLst>
        </pc:grpChg>
        <pc:grpChg chg="del mod">
          <ac:chgData name=". ." userId="306759d044d43394" providerId="LiveId" clId="{5D5EE643-3F72-463A-BEE7-D88B4D7B6A6D}" dt="2026-05-09T18:22:54.144" v="1787" actId="21"/>
          <ac:grpSpMkLst>
            <pc:docMk/>
            <pc:sldMk cId="230177466" sldId="267"/>
            <ac:grpSpMk id="35" creationId="{3F15236A-94DD-3297-87E2-322AB17592FB}"/>
          </ac:grpSpMkLst>
        </pc:grpChg>
        <pc:picChg chg="mod">
          <ac:chgData name=". ." userId="306759d044d43394" providerId="LiveId" clId="{5D5EE643-3F72-463A-BEE7-D88B4D7B6A6D}" dt="2026-05-09T18:28:08.132" v="1806"/>
          <ac:picMkLst>
            <pc:docMk/>
            <pc:sldMk cId="230177466" sldId="267"/>
            <ac:picMk id="30" creationId="{AD5D7BB9-F8DD-D172-71B3-6CB6FDA696B3}"/>
          </ac:picMkLst>
        </pc:picChg>
      </pc:sldChg>
      <pc:sldChg chg="addSp delSp modSp add mod ord">
        <pc:chgData name=". ." userId="306759d044d43394" providerId="LiveId" clId="{5D5EE643-3F72-463A-BEE7-D88B4D7B6A6D}" dt="2026-05-09T18:44:33.201" v="1897" actId="1076"/>
        <pc:sldMkLst>
          <pc:docMk/>
          <pc:sldMk cId="1708637479" sldId="268"/>
        </pc:sldMkLst>
        <pc:spChg chg="mod">
          <ac:chgData name=". ." userId="306759d044d43394" providerId="LiveId" clId="{5D5EE643-3F72-463A-BEE7-D88B4D7B6A6D}" dt="2026-05-09T18:43:14.192" v="1892" actId="20577"/>
          <ac:spMkLst>
            <pc:docMk/>
            <pc:sldMk cId="1708637479" sldId="268"/>
            <ac:spMk id="2" creationId="{DA0105BC-80E0-7E10-165C-7E4EF3D43685}"/>
          </ac:spMkLst>
        </pc:spChg>
        <pc:spChg chg="del">
          <ac:chgData name=". ." userId="306759d044d43394" providerId="LiveId" clId="{5D5EE643-3F72-463A-BEE7-D88B4D7B6A6D}" dt="2026-05-09T17:50:32.637" v="1652" actId="478"/>
          <ac:spMkLst>
            <pc:docMk/>
            <pc:sldMk cId="1708637479" sldId="268"/>
            <ac:spMk id="4" creationId="{D22E8956-8587-A702-7B67-B79923BAB6B9}"/>
          </ac:spMkLst>
        </pc:spChg>
        <pc:spChg chg="del">
          <ac:chgData name=". ." userId="306759d044d43394" providerId="LiveId" clId="{5D5EE643-3F72-463A-BEE7-D88B4D7B6A6D}" dt="2026-05-09T17:50:32.637" v="1652" actId="478"/>
          <ac:spMkLst>
            <pc:docMk/>
            <pc:sldMk cId="1708637479" sldId="268"/>
            <ac:spMk id="6" creationId="{E444E379-906A-AADC-C5C9-3F45DE6394C7}"/>
          </ac:spMkLst>
        </pc:spChg>
        <pc:spChg chg="del">
          <ac:chgData name=". ." userId="306759d044d43394" providerId="LiveId" clId="{5D5EE643-3F72-463A-BEE7-D88B4D7B6A6D}" dt="2026-05-09T17:51:46.317" v="1661" actId="478"/>
          <ac:spMkLst>
            <pc:docMk/>
            <pc:sldMk cId="1708637479" sldId="268"/>
            <ac:spMk id="7" creationId="{D3664DE2-7B85-F3DC-0DDE-302C73AAE7A7}"/>
          </ac:spMkLst>
        </pc:spChg>
        <pc:spChg chg="del">
          <ac:chgData name=". ." userId="306759d044d43394" providerId="LiveId" clId="{5D5EE643-3F72-463A-BEE7-D88B4D7B6A6D}" dt="2026-05-09T17:51:02.781" v="1654" actId="478"/>
          <ac:spMkLst>
            <pc:docMk/>
            <pc:sldMk cId="1708637479" sldId="268"/>
            <ac:spMk id="8" creationId="{2F15B2D8-AF88-5194-6742-D824B5F3A4FF}"/>
          </ac:spMkLst>
        </pc:spChg>
        <pc:spChg chg="del">
          <ac:chgData name=". ." userId="306759d044d43394" providerId="LiveId" clId="{5D5EE643-3F72-463A-BEE7-D88B4D7B6A6D}" dt="2026-05-09T17:50:26.399" v="1650" actId="478"/>
          <ac:spMkLst>
            <pc:docMk/>
            <pc:sldMk cId="1708637479" sldId="268"/>
            <ac:spMk id="9" creationId="{FCFC5DC5-723C-35FA-EBE7-4AFD2D094C20}"/>
          </ac:spMkLst>
        </pc:spChg>
        <pc:spChg chg="del">
          <ac:chgData name=". ." userId="306759d044d43394" providerId="LiveId" clId="{5D5EE643-3F72-463A-BEE7-D88B4D7B6A6D}" dt="2026-05-09T17:52:03.342" v="1665" actId="478"/>
          <ac:spMkLst>
            <pc:docMk/>
            <pc:sldMk cId="1708637479" sldId="268"/>
            <ac:spMk id="10" creationId="{75BCFA97-9529-C8E6-16E2-B5A64B4D0C77}"/>
          </ac:spMkLst>
        </pc:spChg>
        <pc:spChg chg="del mod">
          <ac:chgData name=". ." userId="306759d044d43394" providerId="LiveId" clId="{5D5EE643-3F72-463A-BEE7-D88B4D7B6A6D}" dt="2026-05-09T17:51:52.940" v="1664"/>
          <ac:spMkLst>
            <pc:docMk/>
            <pc:sldMk cId="1708637479" sldId="268"/>
            <ac:spMk id="11" creationId="{245509C0-498A-EC20-8155-2418F69BA600}"/>
          </ac:spMkLst>
        </pc:spChg>
        <pc:spChg chg="del">
          <ac:chgData name=". ." userId="306759d044d43394" providerId="LiveId" clId="{5D5EE643-3F72-463A-BEE7-D88B4D7B6A6D}" dt="2026-05-09T17:51:46.317" v="1661" actId="478"/>
          <ac:spMkLst>
            <pc:docMk/>
            <pc:sldMk cId="1708637479" sldId="268"/>
            <ac:spMk id="12" creationId="{6C0135BB-DEBE-78B8-E1D8-17AC24F1A9F3}"/>
          </ac:spMkLst>
        </pc:spChg>
        <pc:spChg chg="del">
          <ac:chgData name=". ." userId="306759d044d43394" providerId="LiveId" clId="{5D5EE643-3F72-463A-BEE7-D88B4D7B6A6D}" dt="2026-05-09T17:50:26.399" v="1650" actId="478"/>
          <ac:spMkLst>
            <pc:docMk/>
            <pc:sldMk cId="1708637479" sldId="268"/>
            <ac:spMk id="13" creationId="{83BEE04D-47B5-6858-CA7F-7DC363861C27}"/>
          </ac:spMkLst>
        </pc:spChg>
        <pc:spChg chg="del">
          <ac:chgData name=". ." userId="306759d044d43394" providerId="LiveId" clId="{5D5EE643-3F72-463A-BEE7-D88B4D7B6A6D}" dt="2026-05-09T17:50:26.399" v="1650" actId="478"/>
          <ac:spMkLst>
            <pc:docMk/>
            <pc:sldMk cId="1708637479" sldId="268"/>
            <ac:spMk id="14" creationId="{B18E408B-C594-765D-2CC2-26ADAA47EB28}"/>
          </ac:spMkLst>
        </pc:spChg>
        <pc:spChg chg="del">
          <ac:chgData name=". ." userId="306759d044d43394" providerId="LiveId" clId="{5D5EE643-3F72-463A-BEE7-D88B4D7B6A6D}" dt="2026-05-09T17:50:29.668" v="1651" actId="478"/>
          <ac:spMkLst>
            <pc:docMk/>
            <pc:sldMk cId="1708637479" sldId="268"/>
            <ac:spMk id="15" creationId="{2E464E51-1E42-6CA6-91C3-EDE5215E202E}"/>
          </ac:spMkLst>
        </pc:spChg>
        <pc:spChg chg="del">
          <ac:chgData name=". ." userId="306759d044d43394" providerId="LiveId" clId="{5D5EE643-3F72-463A-BEE7-D88B4D7B6A6D}" dt="2026-05-09T17:50:29.668" v="1651" actId="478"/>
          <ac:spMkLst>
            <pc:docMk/>
            <pc:sldMk cId="1708637479" sldId="268"/>
            <ac:spMk id="16" creationId="{0828A4B0-D29D-ED62-2F33-1EF0E761B682}"/>
          </ac:spMkLst>
        </pc:spChg>
        <pc:spChg chg="del">
          <ac:chgData name=". ." userId="306759d044d43394" providerId="LiveId" clId="{5D5EE643-3F72-463A-BEE7-D88B4D7B6A6D}" dt="2026-05-09T17:50:26.399" v="1650" actId="478"/>
          <ac:spMkLst>
            <pc:docMk/>
            <pc:sldMk cId="1708637479" sldId="268"/>
            <ac:spMk id="17" creationId="{66355EEE-CA68-E421-085E-FB4C69D15722}"/>
          </ac:spMkLst>
        </pc:spChg>
        <pc:spChg chg="del">
          <ac:chgData name=". ." userId="306759d044d43394" providerId="LiveId" clId="{5D5EE643-3F72-463A-BEE7-D88B4D7B6A6D}" dt="2026-05-09T17:50:26.399" v="1650" actId="478"/>
          <ac:spMkLst>
            <pc:docMk/>
            <pc:sldMk cId="1708637479" sldId="268"/>
            <ac:spMk id="18" creationId="{58ADA33C-6E4F-5185-2FCD-2264E5DF3169}"/>
          </ac:spMkLst>
        </pc:spChg>
        <pc:spChg chg="del">
          <ac:chgData name=". ." userId="306759d044d43394" providerId="LiveId" clId="{5D5EE643-3F72-463A-BEE7-D88B4D7B6A6D}" dt="2026-05-09T17:50:26.399" v="1650" actId="478"/>
          <ac:spMkLst>
            <pc:docMk/>
            <pc:sldMk cId="1708637479" sldId="268"/>
            <ac:spMk id="19" creationId="{6721574F-BF42-484D-BC84-0EABAF27DBE2}"/>
          </ac:spMkLst>
        </pc:spChg>
        <pc:spChg chg="del">
          <ac:chgData name=". ." userId="306759d044d43394" providerId="LiveId" clId="{5D5EE643-3F72-463A-BEE7-D88B4D7B6A6D}" dt="2026-05-09T17:50:36.625" v="1653" actId="478"/>
          <ac:spMkLst>
            <pc:docMk/>
            <pc:sldMk cId="1708637479" sldId="268"/>
            <ac:spMk id="20" creationId="{B7BE4A84-CEEF-2E25-491C-E01275DA36DB}"/>
          </ac:spMkLst>
        </pc:spChg>
        <pc:spChg chg="del">
          <ac:chgData name=". ." userId="306759d044d43394" providerId="LiveId" clId="{5D5EE643-3F72-463A-BEE7-D88B4D7B6A6D}" dt="2026-05-09T17:50:36.625" v="1653" actId="478"/>
          <ac:spMkLst>
            <pc:docMk/>
            <pc:sldMk cId="1708637479" sldId="268"/>
            <ac:spMk id="21" creationId="{635A082A-7A2B-0FCD-102F-86E36FFC27C8}"/>
          </ac:spMkLst>
        </pc:spChg>
        <pc:spChg chg="del">
          <ac:chgData name=". ." userId="306759d044d43394" providerId="LiveId" clId="{5D5EE643-3F72-463A-BEE7-D88B4D7B6A6D}" dt="2026-05-09T17:50:36.625" v="1653" actId="478"/>
          <ac:spMkLst>
            <pc:docMk/>
            <pc:sldMk cId="1708637479" sldId="268"/>
            <ac:spMk id="22" creationId="{D880A647-ADEE-18D4-34B2-9235892FA4BE}"/>
          </ac:spMkLst>
        </pc:spChg>
        <pc:spChg chg="mod">
          <ac:chgData name=". ." userId="306759d044d43394" providerId="LiveId" clId="{5D5EE643-3F72-463A-BEE7-D88B4D7B6A6D}" dt="2026-05-09T17:50:18.652" v="1649"/>
          <ac:spMkLst>
            <pc:docMk/>
            <pc:sldMk cId="1708637479" sldId="268"/>
            <ac:spMk id="24" creationId="{8EE3C3BF-C547-C64B-252A-2C6A64257BCD}"/>
          </ac:spMkLst>
        </pc:spChg>
        <pc:spChg chg="mod">
          <ac:chgData name=". ." userId="306759d044d43394" providerId="LiveId" clId="{5D5EE643-3F72-463A-BEE7-D88B4D7B6A6D}" dt="2026-05-09T17:50:18.652" v="1649"/>
          <ac:spMkLst>
            <pc:docMk/>
            <pc:sldMk cId="1708637479" sldId="268"/>
            <ac:spMk id="25" creationId="{30DB4B10-1B3D-EB1E-A5FF-3BEF4A4F2FB2}"/>
          </ac:spMkLst>
        </pc:spChg>
        <pc:spChg chg="mod">
          <ac:chgData name=". ." userId="306759d044d43394" providerId="LiveId" clId="{5D5EE643-3F72-463A-BEE7-D88B4D7B6A6D}" dt="2026-05-09T17:50:18.652" v="1649"/>
          <ac:spMkLst>
            <pc:docMk/>
            <pc:sldMk cId="1708637479" sldId="268"/>
            <ac:spMk id="27" creationId="{5E244B84-2565-BAFB-FA2D-49F563C1EFCF}"/>
          </ac:spMkLst>
        </pc:spChg>
        <pc:spChg chg="mod">
          <ac:chgData name=". ." userId="306759d044d43394" providerId="LiveId" clId="{5D5EE643-3F72-463A-BEE7-D88B4D7B6A6D}" dt="2026-05-09T17:50:18.652" v="1649"/>
          <ac:spMkLst>
            <pc:docMk/>
            <pc:sldMk cId="1708637479" sldId="268"/>
            <ac:spMk id="28" creationId="{7F62A947-0D8B-B53B-8A80-B37A9E7CDA50}"/>
          </ac:spMkLst>
        </pc:spChg>
        <pc:spChg chg="mod">
          <ac:chgData name=". ." userId="306759d044d43394" providerId="LiveId" clId="{5D5EE643-3F72-463A-BEE7-D88B4D7B6A6D}" dt="2026-05-09T17:50:18.652" v="1649"/>
          <ac:spMkLst>
            <pc:docMk/>
            <pc:sldMk cId="1708637479" sldId="268"/>
            <ac:spMk id="30" creationId="{764FA2E0-A569-7569-A13B-6B8C25C83883}"/>
          </ac:spMkLst>
        </pc:spChg>
        <pc:spChg chg="mod">
          <ac:chgData name=". ." userId="306759d044d43394" providerId="LiveId" clId="{5D5EE643-3F72-463A-BEE7-D88B4D7B6A6D}" dt="2026-05-09T17:50:18.652" v="1649"/>
          <ac:spMkLst>
            <pc:docMk/>
            <pc:sldMk cId="1708637479" sldId="268"/>
            <ac:spMk id="31" creationId="{C31C67B2-4600-E9C0-A15A-E6B28A4E4F68}"/>
          </ac:spMkLst>
        </pc:spChg>
        <pc:spChg chg="mod">
          <ac:chgData name=". ." userId="306759d044d43394" providerId="LiveId" clId="{5D5EE643-3F72-463A-BEE7-D88B4D7B6A6D}" dt="2026-05-09T17:50:18.652" v="1649"/>
          <ac:spMkLst>
            <pc:docMk/>
            <pc:sldMk cId="1708637479" sldId="268"/>
            <ac:spMk id="33" creationId="{A127C27E-AC49-1703-2FF1-1490EE58212D}"/>
          </ac:spMkLst>
        </pc:spChg>
        <pc:spChg chg="mod">
          <ac:chgData name=". ." userId="306759d044d43394" providerId="LiveId" clId="{5D5EE643-3F72-463A-BEE7-D88B4D7B6A6D}" dt="2026-05-09T17:50:18.652" v="1649"/>
          <ac:spMkLst>
            <pc:docMk/>
            <pc:sldMk cId="1708637479" sldId="268"/>
            <ac:spMk id="34" creationId="{3467E43B-55A1-66D2-96D8-C5B92357DE3F}"/>
          </ac:spMkLst>
        </pc:spChg>
        <pc:spChg chg="mod">
          <ac:chgData name=". ." userId="306759d044d43394" providerId="LiveId" clId="{5D5EE643-3F72-463A-BEE7-D88B4D7B6A6D}" dt="2026-05-09T17:52:14.896" v="1666"/>
          <ac:spMkLst>
            <pc:docMk/>
            <pc:sldMk cId="1708637479" sldId="268"/>
            <ac:spMk id="36" creationId="{60DA965A-FE48-F12A-4FEF-DB1BF841C110}"/>
          </ac:spMkLst>
        </pc:spChg>
        <pc:spChg chg="mod">
          <ac:chgData name=". ." userId="306759d044d43394" providerId="LiveId" clId="{5D5EE643-3F72-463A-BEE7-D88B4D7B6A6D}" dt="2026-05-09T17:52:24.136" v="1674" actId="20577"/>
          <ac:spMkLst>
            <pc:docMk/>
            <pc:sldMk cId="1708637479" sldId="268"/>
            <ac:spMk id="37" creationId="{91A03CCB-6BE2-9397-D2FA-4C059E314CED}"/>
          </ac:spMkLst>
        </pc:spChg>
        <pc:spChg chg="mod">
          <ac:chgData name=". ." userId="306759d044d43394" providerId="LiveId" clId="{5D5EE643-3F72-463A-BEE7-D88B4D7B6A6D}" dt="2026-05-09T17:53:45.376" v="1687" actId="14100"/>
          <ac:spMkLst>
            <pc:docMk/>
            <pc:sldMk cId="1708637479" sldId="268"/>
            <ac:spMk id="39" creationId="{632B2B82-56EA-C4CD-8EEA-6D9533FCD584}"/>
          </ac:spMkLst>
        </pc:spChg>
        <pc:spChg chg="mod">
          <ac:chgData name=". ." userId="306759d044d43394" providerId="LiveId" clId="{5D5EE643-3F72-463A-BEE7-D88B4D7B6A6D}" dt="2026-05-09T17:53:36.487" v="1686" actId="1076"/>
          <ac:spMkLst>
            <pc:docMk/>
            <pc:sldMk cId="1708637479" sldId="268"/>
            <ac:spMk id="40" creationId="{D9BF1C6E-8208-05BC-D7F7-B5A4822421AF}"/>
          </ac:spMkLst>
        </pc:spChg>
        <pc:grpChg chg="add del mod">
          <ac:chgData name=". ." userId="306759d044d43394" providerId="LiveId" clId="{5D5EE643-3F72-463A-BEE7-D88B4D7B6A6D}" dt="2026-05-09T17:51:20.827" v="1657" actId="1076"/>
          <ac:grpSpMkLst>
            <pc:docMk/>
            <pc:sldMk cId="1708637479" sldId="268"/>
            <ac:grpSpMk id="23" creationId="{24BF2DBB-00E0-FB61-DD5A-8D50EAF466BF}"/>
          </ac:grpSpMkLst>
        </pc:grpChg>
        <pc:grpChg chg="add mod">
          <ac:chgData name=". ." userId="306759d044d43394" providerId="LiveId" clId="{5D5EE643-3F72-463A-BEE7-D88B4D7B6A6D}" dt="2026-05-09T18:44:01.888" v="1895" actId="1076"/>
          <ac:grpSpMkLst>
            <pc:docMk/>
            <pc:sldMk cId="1708637479" sldId="268"/>
            <ac:grpSpMk id="26" creationId="{641C5024-B360-06E3-581A-A1D35877AB92}"/>
          </ac:grpSpMkLst>
        </pc:grpChg>
        <pc:grpChg chg="add mod">
          <ac:chgData name=". ." userId="306759d044d43394" providerId="LiveId" clId="{5D5EE643-3F72-463A-BEE7-D88B4D7B6A6D}" dt="2026-05-09T18:44:33.201" v="1897" actId="1076"/>
          <ac:grpSpMkLst>
            <pc:docMk/>
            <pc:sldMk cId="1708637479" sldId="268"/>
            <ac:grpSpMk id="29" creationId="{983A998E-E251-79F5-E5F6-9DD3E77379B8}"/>
          </ac:grpSpMkLst>
        </pc:grpChg>
        <pc:grpChg chg="mod">
          <ac:chgData name=". ." userId="306759d044d43394" providerId="LiveId" clId="{5D5EE643-3F72-463A-BEE7-D88B4D7B6A6D}" dt="2026-05-09T18:44:11.992" v="1896" actId="1076"/>
          <ac:grpSpMkLst>
            <pc:docMk/>
            <pc:sldMk cId="1708637479" sldId="268"/>
            <ac:grpSpMk id="32" creationId="{4F476274-1431-E253-3D61-B2218E4E191E}"/>
          </ac:grpSpMkLst>
        </pc:grpChg>
        <pc:grpChg chg="add mod">
          <ac:chgData name=". ." userId="306759d044d43394" providerId="LiveId" clId="{5D5EE643-3F72-463A-BEE7-D88B4D7B6A6D}" dt="2026-05-09T17:52:32.675" v="1676" actId="1076"/>
          <ac:grpSpMkLst>
            <pc:docMk/>
            <pc:sldMk cId="1708637479" sldId="268"/>
            <ac:grpSpMk id="35" creationId="{DA57C49A-9E77-ED44-1B48-121D815ECDF0}"/>
          </ac:grpSpMkLst>
        </pc:grpChg>
        <pc:grpChg chg="add mod">
          <ac:chgData name=". ." userId="306759d044d43394" providerId="LiveId" clId="{5D5EE643-3F72-463A-BEE7-D88B4D7B6A6D}" dt="2026-05-09T17:53:14.514" v="1682" actId="1076"/>
          <ac:grpSpMkLst>
            <pc:docMk/>
            <pc:sldMk cId="1708637479" sldId="268"/>
            <ac:grpSpMk id="38" creationId="{159228CA-31BA-53B5-5BD2-3B4C1AF2AB6B}"/>
          </ac:grpSpMkLst>
        </pc:grpChg>
      </pc:sldChg>
      <pc:sldChg chg="addSp delSp modSp add mod">
        <pc:chgData name=". ." userId="306759d044d43394" providerId="LiveId" clId="{5D5EE643-3F72-463A-BEE7-D88B4D7B6A6D}" dt="2026-05-09T18:23:31.479" v="1790" actId="164"/>
        <pc:sldMkLst>
          <pc:docMk/>
          <pc:sldMk cId="2307602420" sldId="269"/>
        </pc:sldMkLst>
        <pc:spChg chg="mod">
          <ac:chgData name=". ." userId="306759d044d43394" providerId="LiveId" clId="{5D5EE643-3F72-463A-BEE7-D88B4D7B6A6D}" dt="2026-05-09T18:19:27.057" v="1780" actId="1076"/>
          <ac:spMkLst>
            <pc:docMk/>
            <pc:sldMk cId="2307602420" sldId="269"/>
            <ac:spMk id="4" creationId="{2584ED12-B660-A14A-AC6A-670AC84012F8}"/>
          </ac:spMkLst>
        </pc:spChg>
        <pc:spChg chg="add mod ord">
          <ac:chgData name=". ." userId="306759d044d43394" providerId="LiveId" clId="{5D5EE643-3F72-463A-BEE7-D88B4D7B6A6D}" dt="2026-05-09T18:23:31.479" v="1790" actId="164"/>
          <ac:spMkLst>
            <pc:docMk/>
            <pc:sldMk cId="2307602420" sldId="269"/>
            <ac:spMk id="9" creationId="{831A4141-7FA0-AE6B-5A94-A34EAE729A2A}"/>
          </ac:spMkLst>
        </pc:spChg>
        <pc:spChg chg="mod">
          <ac:chgData name=". ." userId="306759d044d43394" providerId="LiveId" clId="{5D5EE643-3F72-463A-BEE7-D88B4D7B6A6D}" dt="2026-05-09T18:22:58.413" v="1788"/>
          <ac:spMkLst>
            <pc:docMk/>
            <pc:sldMk cId="2307602420" sldId="269"/>
            <ac:spMk id="11" creationId="{8428457F-2EC5-5155-1377-7ABF98F0DF66}"/>
          </ac:spMkLst>
        </pc:spChg>
        <pc:spChg chg="mod">
          <ac:chgData name=". ." userId="306759d044d43394" providerId="LiveId" clId="{5D5EE643-3F72-463A-BEE7-D88B4D7B6A6D}" dt="2026-05-09T18:22:58.413" v="1788"/>
          <ac:spMkLst>
            <pc:docMk/>
            <pc:sldMk cId="2307602420" sldId="269"/>
            <ac:spMk id="12" creationId="{07766AAB-36BB-BB15-A97B-2FB40AD96FB4}"/>
          </ac:spMkLst>
        </pc:spChg>
        <pc:spChg chg="mod">
          <ac:chgData name=". ." userId="306759d044d43394" providerId="LiveId" clId="{5D5EE643-3F72-463A-BEE7-D88B4D7B6A6D}" dt="2026-05-09T18:22:58.413" v="1788"/>
          <ac:spMkLst>
            <pc:docMk/>
            <pc:sldMk cId="2307602420" sldId="269"/>
            <ac:spMk id="14" creationId="{3B4BA6DE-6CFF-5509-3FD0-E6F2CCCCE72A}"/>
          </ac:spMkLst>
        </pc:spChg>
        <pc:spChg chg="mod">
          <ac:chgData name=". ." userId="306759d044d43394" providerId="LiveId" clId="{5D5EE643-3F72-463A-BEE7-D88B4D7B6A6D}" dt="2026-05-09T18:22:58.413" v="1788"/>
          <ac:spMkLst>
            <pc:docMk/>
            <pc:sldMk cId="2307602420" sldId="269"/>
            <ac:spMk id="15" creationId="{8BDA8190-43F4-08C1-ABAD-1A97DCB0DE24}"/>
          </ac:spMkLst>
        </pc:spChg>
        <pc:spChg chg="mod">
          <ac:chgData name=". ." userId="306759d044d43394" providerId="LiveId" clId="{5D5EE643-3F72-463A-BEE7-D88B4D7B6A6D}" dt="2026-05-09T18:22:58.413" v="1788"/>
          <ac:spMkLst>
            <pc:docMk/>
            <pc:sldMk cId="2307602420" sldId="269"/>
            <ac:spMk id="17" creationId="{604EA90C-B4A0-DE6D-F881-D59404453814}"/>
          </ac:spMkLst>
        </pc:spChg>
        <pc:spChg chg="mod">
          <ac:chgData name=". ." userId="306759d044d43394" providerId="LiveId" clId="{5D5EE643-3F72-463A-BEE7-D88B4D7B6A6D}" dt="2026-05-09T18:22:58.413" v="1788"/>
          <ac:spMkLst>
            <pc:docMk/>
            <pc:sldMk cId="2307602420" sldId="269"/>
            <ac:spMk id="18" creationId="{5A57F6DE-C292-2CCB-1700-25585BEF86B3}"/>
          </ac:spMkLst>
        </pc:spChg>
        <pc:grpChg chg="add mod">
          <ac:chgData name=". ." userId="306759d044d43394" providerId="LiveId" clId="{5D5EE643-3F72-463A-BEE7-D88B4D7B6A6D}" dt="2026-05-09T18:22:58.413" v="1788"/>
          <ac:grpSpMkLst>
            <pc:docMk/>
            <pc:sldMk cId="2307602420" sldId="269"/>
            <ac:grpSpMk id="10" creationId="{D991EFD7-A580-1FD4-B548-07AFF26E96A9}"/>
          </ac:grpSpMkLst>
        </pc:grpChg>
        <pc:grpChg chg="add mod">
          <ac:chgData name=". ." userId="306759d044d43394" providerId="LiveId" clId="{5D5EE643-3F72-463A-BEE7-D88B4D7B6A6D}" dt="2026-05-09T18:22:58.413" v="1788"/>
          <ac:grpSpMkLst>
            <pc:docMk/>
            <pc:sldMk cId="2307602420" sldId="269"/>
            <ac:grpSpMk id="13" creationId="{FF0A69A1-C34B-A1FC-DC06-EFF91B717922}"/>
          </ac:grpSpMkLst>
        </pc:grpChg>
        <pc:grpChg chg="add mod">
          <ac:chgData name=". ." userId="306759d044d43394" providerId="LiveId" clId="{5D5EE643-3F72-463A-BEE7-D88B4D7B6A6D}" dt="2026-05-09T18:22:58.413" v="1788"/>
          <ac:grpSpMkLst>
            <pc:docMk/>
            <pc:sldMk cId="2307602420" sldId="269"/>
            <ac:grpSpMk id="16" creationId="{3F15236A-94DD-3297-87E2-322AB17592FB}"/>
          </ac:grpSpMkLst>
        </pc:grpChg>
        <pc:grpChg chg="add mod">
          <ac:chgData name=". ." userId="306759d044d43394" providerId="LiveId" clId="{5D5EE643-3F72-463A-BEE7-D88B4D7B6A6D}" dt="2026-05-09T18:23:31.479" v="1790" actId="164"/>
          <ac:grpSpMkLst>
            <pc:docMk/>
            <pc:sldMk cId="2307602420" sldId="269"/>
            <ac:grpSpMk id="19" creationId="{E18EC2A3-704F-937C-9EDE-22F77BE41502}"/>
          </ac:grpSpMkLst>
        </pc:grpChg>
        <pc:grpChg chg="mod">
          <ac:chgData name=". ." userId="306759d044d43394" providerId="LiveId" clId="{5D5EE643-3F72-463A-BEE7-D88B4D7B6A6D}" dt="2026-05-09T18:19:23.481" v="1779" actId="1076"/>
          <ac:grpSpMkLst>
            <pc:docMk/>
            <pc:sldMk cId="2307602420" sldId="269"/>
            <ac:grpSpMk id="33" creationId="{0873412F-682B-67D9-83A3-E80E024E1E9F}"/>
          </ac:grpSpMkLst>
        </pc:grpChg>
        <pc:grpChg chg="del">
          <ac:chgData name=". ." userId="306759d044d43394" providerId="LiveId" clId="{5D5EE643-3F72-463A-BEE7-D88B4D7B6A6D}" dt="2026-05-09T18:18:08.546" v="1762" actId="478"/>
          <ac:grpSpMkLst>
            <pc:docMk/>
            <pc:sldMk cId="2307602420" sldId="269"/>
            <ac:grpSpMk id="34" creationId="{73C4EE89-57D5-3CE5-B6D0-4EBF3048441B}"/>
          </ac:grpSpMkLst>
        </pc:grpChg>
        <pc:grpChg chg="del">
          <ac:chgData name=". ." userId="306759d044d43394" providerId="LiveId" clId="{5D5EE643-3F72-463A-BEE7-D88B4D7B6A6D}" dt="2026-05-09T18:18:06.611" v="1761" actId="478"/>
          <ac:grpSpMkLst>
            <pc:docMk/>
            <pc:sldMk cId="2307602420" sldId="269"/>
            <ac:grpSpMk id="35" creationId="{86789D76-8F25-35D2-481A-23B68DD3734E}"/>
          </ac:grpSpMkLst>
        </pc:grpChg>
        <pc:picChg chg="add mod">
          <ac:chgData name=". ." userId="306759d044d43394" providerId="LiveId" clId="{5D5EE643-3F72-463A-BEE7-D88B4D7B6A6D}" dt="2026-05-09T18:23:31.479" v="1790" actId="164"/>
          <ac:picMkLst>
            <pc:docMk/>
            <pc:sldMk cId="2307602420" sldId="269"/>
            <ac:picMk id="8" creationId="{E57C0696-A58C-1932-D009-7FE614F8BED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DA827-7392-4CC2-94B8-90097D7DB65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EBA26-E306-4848-B7E8-AD291347C2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655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1043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FD8BF-8425-FC32-902F-753A4B586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F1809ECC-0D88-267F-413C-119E54200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87B800C4-F94F-D9E6-804C-AE05EC1ED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EF909B9-86A7-E47F-F39E-F4BAD555E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1290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D93F-5BE1-D3E0-0043-6504BEF79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9165587A-313C-FE8B-1272-E04D8040D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AA2C0DF7-A986-93DF-20F2-6932191C5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361C47F-D3D3-357E-E787-66688FD87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3212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4837-7906-BB03-229A-FB93C5F5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192D89E-33E8-D005-4A3F-3BD5C39F6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96ACEDAD-ABB0-C878-6FE2-A075612A7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6BE7E26-FDB7-005E-9AA8-4DDE94B98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0421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8C73D-8EEE-A3D3-56FE-475D376C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7B4CD553-0C38-8DE2-821B-636F93865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FE64FD43-1663-BFB9-E484-FBA2F866C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90D3EB9-FA30-4D17-A505-E574C23A2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4198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51ED7-DC66-26BF-E3B4-32EBDACF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D20E36D7-38EB-4AA8-95FA-AF47A327A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130E009-6074-49E0-7945-8E68DA4A1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2ED1369-7F41-2DF0-8610-D0139B54D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8726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C7E5-D084-5036-2B11-7A15C9FC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92FD9E9-CD2C-5C40-79F1-C31F9C099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DFDB7A8F-3DFD-82E3-C6EF-B999B81F8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B3917A1-069C-403D-05A1-BBCEA7727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5045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F1355-4E3A-1379-BB7F-F25C53CC4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1731B63-5E27-7B66-7827-8A8E250DB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72698021-BB9D-4EAD-BCBD-9DF6D94AB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FC06101-20DA-9934-D075-A8F241D05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0644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47C93-2AB3-DDFE-66A8-16E63E1F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94FF77B9-C1B1-20E9-22AD-C209F8D2C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5E144C28-86D3-A161-C402-ABDB45665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181F959-FF1F-69AC-D5C8-BEE1D1D5A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4294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C646A-C099-1CFF-7164-D2979825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7DC34050-1465-7595-A19E-5DE95605E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8507CF5A-B57F-CBAF-A0A2-B93685B2E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F89C377-92C7-93BF-5CC7-1E1208472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660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AEEF0-86F6-F275-E660-1F55DD35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4316E5C-35FF-134E-05A6-FC6181468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B726F9CB-68B7-7875-E897-10FDC8637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E2C8DB2-0B36-6ABE-314B-982100973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4362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8B0EA-943B-9CB2-7203-8D19DE78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50FECA5A-E980-497B-A2AB-4FE3692D6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42C42C8C-7D9F-C36C-7B50-423321FCE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7830EC2-F219-DF60-3F41-3A5D39B10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956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DF75E-835C-FC20-A16C-07A7332D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D96CCF80-813F-0A5F-8F87-9857DE703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3B2B4C3F-1FB0-C47D-0932-CF7B135F4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ED3F0C0-9C63-CB7F-9116-F8EE3E85C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98297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8F8A9-AAFD-CDF6-A950-0BF9B904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6B115C67-CB43-0DF6-7C4F-1A1CE8990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E4FB09B5-0AF2-CAF1-021A-8B709CC9D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0417DFE-5659-F86C-AA24-0A65A6C44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BA26-E306-4848-B7E8-AD291347C209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5140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711E3E-3B7C-6A7C-A22A-61DEE802F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CBAA2DA-91DE-860E-4407-789241807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2D973A2-0D96-5BBA-7FDC-3DFF68B5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4AB82-7DA7-0C56-73BA-FD8C6D0A3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ABCA456-C880-7E84-79F2-BC4FE8C0C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9042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6491BA-1714-607F-107C-1E5258013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07B9C71-0C5C-723F-243B-CF3676D18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28BDD61-872C-B925-8271-04A2275DD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436EA4-84E1-3306-0838-679DF777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07AF035-2BD3-CB99-5AE2-5254C8584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901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D334A5-5538-D863-D5D5-38E15986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F3D625C-0D65-D55F-F133-EC7E3B496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AC01AB-713C-8DD8-87AE-C6FF14BD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E915381-1C52-875E-228D-58037AB6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9592104-86A4-7758-DBBE-F2A539BB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9120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6D580F-1B14-2C9E-A0F9-E191F5BF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58115D-9E9A-125C-5EA8-36E6228FB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47D0A17-7558-D33F-FB90-661B9A817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33FD474-C343-915C-9985-D54B446B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E8671C4-4D13-221D-2F6B-7FC4B67F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814D4E6-36A0-E7BB-F231-82431143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4900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9B7CB3-8085-CC35-6B0E-B83041DD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CA11A46-C79F-A5C7-6587-D4B013DE4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1414D08-826B-65A7-867E-17FA51569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EB920CFA-7706-D88C-E9C1-FA4B8AD07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08378E5-60E3-0C3D-D740-22FB79916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09ABA4C-F77A-1019-E0EF-E484A714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13ABA10-8DE0-FD8C-97E7-3E5A27F9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DF98435-AE7A-6E54-B1D2-B95DAC17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714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2FE61D-F25B-C70C-610F-CE972921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8C830C8-A123-B5EB-CC1D-F0037BC7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9E58286-74EF-4B00-262F-78E71FA19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3C97837-186D-C6F3-5347-B27B9D29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3098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E4C6DB7-DD83-80B9-FC7C-CF62E636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751441F9-208C-D34C-72D1-4A81EF4E2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D29DE07-094F-CDF3-8EF6-CF365945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6455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9AC904-5E35-BDA8-342B-56FCCC5F6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003B13-916E-B5D5-1C80-17516353A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BD2A350-D304-5FEC-F8C3-B97185F77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79CB961-D1A3-529C-9772-706FFDE9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ECD4E3D-29FE-2BF1-7EEC-96B99CB79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2187EEA-A8E8-4B6F-4251-54D22FAE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783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FADAED-53B7-02D4-230F-CA25B621D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4AE1285-A105-F2CA-3DDB-AC392D63F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4912976-FE15-7E23-A0E0-2BD09C29D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ADA6F99-C5F7-A875-E2DB-43364DFC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80BCB75-DD28-86CF-4050-B96C698A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76A7B1C-5C35-13DA-8407-09C09644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5358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CCBE6C-8537-C71D-B9A4-520902E0C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1E69386-E0A1-84A6-FCE5-6E9228083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96368A-C583-3AE9-959C-7E353E20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699FE53-827D-A0E1-C27D-6A7A0489B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0DC86D6-AC7C-5A22-4E28-55BD3723A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475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857DE6F-3992-C5CE-EABE-F95DE2167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5EAF72E-1699-3B4E-8E70-060EEF4C5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72417E1-D10F-F91E-D96B-C9E57584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3313622-2B85-66C2-C992-7F1206D0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8CF14D-A687-B771-4EC4-02ECED7E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03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10CC34A3-5EB0-28F2-8D2C-B400FE46B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0BC2F28-E1A9-D0CE-4D59-7A371317E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C9501D-6C67-11ED-4D91-0D1AAE17C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79968-DAA6-4D7D-9FE5-AEA08924153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B37DE84-97DC-9844-F40F-DCF0EEA93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2B8B13C-DFAB-9201-4482-7A168CB24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788E6-05BB-41BF-802B-9C2389916FC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5942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4C74DE-5EBD-5787-841B-B81720E706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C0EF4CD-0250-7A6E-F9AC-B7BD9F0C34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A148995-3D35-BD96-62B4-11E17C86D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Volný tvar: obrazec 9">
            <a:extLst>
              <a:ext uri="{FF2B5EF4-FFF2-40B4-BE49-F238E27FC236}">
                <a16:creationId xmlns:a16="http://schemas.microsoft.com/office/drawing/2014/main" id="{262B327F-A779-C447-C52A-A0C218648712}"/>
              </a:ext>
            </a:extLst>
          </p:cNvPr>
          <p:cNvSpPr/>
          <p:nvPr/>
        </p:nvSpPr>
        <p:spPr>
          <a:xfrm>
            <a:off x="-265176" y="-237744"/>
            <a:ext cx="12655296" cy="7214616"/>
          </a:xfrm>
          <a:custGeom>
            <a:avLst/>
            <a:gdLst/>
            <a:ahLst/>
            <a:cxnLst/>
            <a:rect l="l" t="t" r="r" b="b"/>
            <a:pathLst>
              <a:path w="12655296" h="7214616">
                <a:moveTo>
                  <a:pt x="7774091" y="3783098"/>
                </a:moveTo>
                <a:lnTo>
                  <a:pt x="7774091" y="3877158"/>
                </a:lnTo>
                <a:cubicBezTo>
                  <a:pt x="7759010" y="3897001"/>
                  <a:pt x="7738868" y="3914662"/>
                  <a:pt x="7713667" y="3930140"/>
                </a:cubicBezTo>
                <a:cubicBezTo>
                  <a:pt x="7688465" y="3945619"/>
                  <a:pt x="7660982" y="3953358"/>
                  <a:pt x="7631216" y="3953358"/>
                </a:cubicBezTo>
                <a:cubicBezTo>
                  <a:pt x="7607007" y="3953358"/>
                  <a:pt x="7587262" y="3947405"/>
                  <a:pt x="7571983" y="3935498"/>
                </a:cubicBezTo>
                <a:cubicBezTo>
                  <a:pt x="7556703" y="3923592"/>
                  <a:pt x="7549063" y="3905336"/>
                  <a:pt x="7549063" y="3880729"/>
                </a:cubicBezTo>
                <a:cubicBezTo>
                  <a:pt x="7549063" y="3846598"/>
                  <a:pt x="7565732" y="3821893"/>
                  <a:pt x="7599069" y="3806613"/>
                </a:cubicBezTo>
                <a:cubicBezTo>
                  <a:pt x="7632407" y="3791333"/>
                  <a:pt x="7690748" y="3783495"/>
                  <a:pt x="7774091" y="3783098"/>
                </a:cubicBezTo>
                <a:close/>
                <a:moveTo>
                  <a:pt x="10494669" y="3581883"/>
                </a:moveTo>
                <a:cubicBezTo>
                  <a:pt x="10529197" y="3581883"/>
                  <a:pt x="10556283" y="3590019"/>
                  <a:pt x="10575929" y="3606291"/>
                </a:cubicBezTo>
                <a:cubicBezTo>
                  <a:pt x="10595574" y="3622562"/>
                  <a:pt x="10609465" y="3644390"/>
                  <a:pt x="10617601" y="3671775"/>
                </a:cubicBezTo>
                <a:cubicBezTo>
                  <a:pt x="10625737" y="3699159"/>
                  <a:pt x="10629805" y="3729520"/>
                  <a:pt x="10629805" y="3762858"/>
                </a:cubicBezTo>
                <a:cubicBezTo>
                  <a:pt x="10629805" y="3795401"/>
                  <a:pt x="10625737" y="3825167"/>
                  <a:pt x="10617601" y="3852154"/>
                </a:cubicBezTo>
                <a:cubicBezTo>
                  <a:pt x="10609465" y="3879142"/>
                  <a:pt x="10595574" y="3900672"/>
                  <a:pt x="10575929" y="3916746"/>
                </a:cubicBezTo>
                <a:cubicBezTo>
                  <a:pt x="10556283" y="3932819"/>
                  <a:pt x="10529197" y="3940856"/>
                  <a:pt x="10494669" y="3940856"/>
                </a:cubicBezTo>
                <a:cubicBezTo>
                  <a:pt x="10460935" y="3940856"/>
                  <a:pt x="10434443" y="3932819"/>
                  <a:pt x="10415194" y="3916746"/>
                </a:cubicBezTo>
                <a:cubicBezTo>
                  <a:pt x="10395946" y="3900672"/>
                  <a:pt x="10382353" y="3879142"/>
                  <a:pt x="10374415" y="3852154"/>
                </a:cubicBezTo>
                <a:cubicBezTo>
                  <a:pt x="10366478" y="3825167"/>
                  <a:pt x="10362509" y="3795401"/>
                  <a:pt x="10362509" y="3762858"/>
                </a:cubicBezTo>
                <a:cubicBezTo>
                  <a:pt x="10362509" y="3729520"/>
                  <a:pt x="10366478" y="3699159"/>
                  <a:pt x="10374415" y="3671775"/>
                </a:cubicBezTo>
                <a:cubicBezTo>
                  <a:pt x="10382353" y="3644390"/>
                  <a:pt x="10395946" y="3622562"/>
                  <a:pt x="10415194" y="3606291"/>
                </a:cubicBezTo>
                <a:cubicBezTo>
                  <a:pt x="10434443" y="3590019"/>
                  <a:pt x="10460935" y="3581883"/>
                  <a:pt x="10494669" y="3581883"/>
                </a:cubicBezTo>
                <a:close/>
                <a:moveTo>
                  <a:pt x="5294019" y="3581883"/>
                </a:moveTo>
                <a:cubicBezTo>
                  <a:pt x="5328547" y="3581883"/>
                  <a:pt x="5355634" y="3590019"/>
                  <a:pt x="5375279" y="3606291"/>
                </a:cubicBezTo>
                <a:cubicBezTo>
                  <a:pt x="5394925" y="3622562"/>
                  <a:pt x="5408815" y="3644390"/>
                  <a:pt x="5416951" y="3671775"/>
                </a:cubicBezTo>
                <a:cubicBezTo>
                  <a:pt x="5425087" y="3699159"/>
                  <a:pt x="5429155" y="3729520"/>
                  <a:pt x="5429155" y="3762858"/>
                </a:cubicBezTo>
                <a:cubicBezTo>
                  <a:pt x="5429155" y="3795401"/>
                  <a:pt x="5425087" y="3825167"/>
                  <a:pt x="5416951" y="3852154"/>
                </a:cubicBezTo>
                <a:cubicBezTo>
                  <a:pt x="5408815" y="3879142"/>
                  <a:pt x="5394925" y="3900672"/>
                  <a:pt x="5375279" y="3916746"/>
                </a:cubicBezTo>
                <a:cubicBezTo>
                  <a:pt x="5355634" y="3932819"/>
                  <a:pt x="5328547" y="3940856"/>
                  <a:pt x="5294019" y="3940856"/>
                </a:cubicBezTo>
                <a:cubicBezTo>
                  <a:pt x="5260285" y="3940856"/>
                  <a:pt x="5233793" y="3932819"/>
                  <a:pt x="5214545" y="3916746"/>
                </a:cubicBezTo>
                <a:cubicBezTo>
                  <a:pt x="5195296" y="3900672"/>
                  <a:pt x="5181703" y="3879142"/>
                  <a:pt x="5173766" y="3852154"/>
                </a:cubicBezTo>
                <a:cubicBezTo>
                  <a:pt x="5165828" y="3825167"/>
                  <a:pt x="5161860" y="3795401"/>
                  <a:pt x="5161860" y="3762858"/>
                </a:cubicBezTo>
                <a:cubicBezTo>
                  <a:pt x="5161860" y="3729520"/>
                  <a:pt x="5165828" y="3699159"/>
                  <a:pt x="5173766" y="3671775"/>
                </a:cubicBezTo>
                <a:cubicBezTo>
                  <a:pt x="5181703" y="3644390"/>
                  <a:pt x="5195296" y="3622562"/>
                  <a:pt x="5214545" y="3606291"/>
                </a:cubicBezTo>
                <a:cubicBezTo>
                  <a:pt x="5233793" y="3590019"/>
                  <a:pt x="5260285" y="3581883"/>
                  <a:pt x="5294019" y="3581883"/>
                </a:cubicBezTo>
                <a:close/>
                <a:moveTo>
                  <a:pt x="2769895" y="3581883"/>
                </a:moveTo>
                <a:cubicBezTo>
                  <a:pt x="2804423" y="3581883"/>
                  <a:pt x="2831509" y="3590019"/>
                  <a:pt x="2851154" y="3606291"/>
                </a:cubicBezTo>
                <a:cubicBezTo>
                  <a:pt x="2870800" y="3622562"/>
                  <a:pt x="2884690" y="3644390"/>
                  <a:pt x="2892827" y="3671775"/>
                </a:cubicBezTo>
                <a:cubicBezTo>
                  <a:pt x="2900962" y="3699159"/>
                  <a:pt x="2905031" y="3729520"/>
                  <a:pt x="2905031" y="3762858"/>
                </a:cubicBezTo>
                <a:cubicBezTo>
                  <a:pt x="2905031" y="3795401"/>
                  <a:pt x="2900962" y="3825167"/>
                  <a:pt x="2892827" y="3852154"/>
                </a:cubicBezTo>
                <a:cubicBezTo>
                  <a:pt x="2884690" y="3879142"/>
                  <a:pt x="2870800" y="3900672"/>
                  <a:pt x="2851154" y="3916746"/>
                </a:cubicBezTo>
                <a:cubicBezTo>
                  <a:pt x="2831509" y="3932819"/>
                  <a:pt x="2804423" y="3940856"/>
                  <a:pt x="2769895" y="3940856"/>
                </a:cubicBezTo>
                <a:cubicBezTo>
                  <a:pt x="2736160" y="3940856"/>
                  <a:pt x="2709668" y="3932819"/>
                  <a:pt x="2690420" y="3916746"/>
                </a:cubicBezTo>
                <a:cubicBezTo>
                  <a:pt x="2671172" y="3900672"/>
                  <a:pt x="2657579" y="3879142"/>
                  <a:pt x="2649642" y="3852154"/>
                </a:cubicBezTo>
                <a:cubicBezTo>
                  <a:pt x="2641704" y="3825167"/>
                  <a:pt x="2637735" y="3795401"/>
                  <a:pt x="2637735" y="3762858"/>
                </a:cubicBezTo>
                <a:cubicBezTo>
                  <a:pt x="2637735" y="3729520"/>
                  <a:pt x="2641704" y="3699159"/>
                  <a:pt x="2649642" y="3671775"/>
                </a:cubicBezTo>
                <a:cubicBezTo>
                  <a:pt x="2657579" y="3644390"/>
                  <a:pt x="2671172" y="3622562"/>
                  <a:pt x="2690420" y="3606291"/>
                </a:cubicBezTo>
                <a:cubicBezTo>
                  <a:pt x="2709668" y="3590019"/>
                  <a:pt x="2736160" y="3581883"/>
                  <a:pt x="2769895" y="3581883"/>
                </a:cubicBezTo>
                <a:close/>
                <a:moveTo>
                  <a:pt x="9056394" y="3580692"/>
                </a:moveTo>
                <a:cubicBezTo>
                  <a:pt x="9088938" y="3580692"/>
                  <a:pt x="9116322" y="3590416"/>
                  <a:pt x="9138546" y="3609862"/>
                </a:cubicBezTo>
                <a:cubicBezTo>
                  <a:pt x="9160772" y="3629309"/>
                  <a:pt x="9178036" y="3652129"/>
                  <a:pt x="9190339" y="3678323"/>
                </a:cubicBezTo>
                <a:lnTo>
                  <a:pt x="9190339" y="3847987"/>
                </a:lnTo>
                <a:cubicBezTo>
                  <a:pt x="9177639" y="3872990"/>
                  <a:pt x="9159184" y="3894819"/>
                  <a:pt x="9134975" y="3913472"/>
                </a:cubicBezTo>
                <a:cubicBezTo>
                  <a:pt x="9110766" y="3932125"/>
                  <a:pt x="9081992" y="3941451"/>
                  <a:pt x="9048654" y="3941451"/>
                </a:cubicBezTo>
                <a:cubicBezTo>
                  <a:pt x="9012936" y="3941451"/>
                  <a:pt x="8984857" y="3926370"/>
                  <a:pt x="8964418" y="3896208"/>
                </a:cubicBezTo>
                <a:cubicBezTo>
                  <a:pt x="8943979" y="3866045"/>
                  <a:pt x="8933760" y="3819611"/>
                  <a:pt x="8933760" y="3756904"/>
                </a:cubicBezTo>
                <a:cubicBezTo>
                  <a:pt x="8933760" y="3699754"/>
                  <a:pt x="8944475" y="3656098"/>
                  <a:pt x="8965906" y="3625936"/>
                </a:cubicBezTo>
                <a:cubicBezTo>
                  <a:pt x="8987338" y="3595773"/>
                  <a:pt x="9017500" y="3580692"/>
                  <a:pt x="9056394" y="3580692"/>
                </a:cubicBezTo>
                <a:close/>
                <a:moveTo>
                  <a:pt x="9814822" y="3580097"/>
                </a:moveTo>
                <a:cubicBezTo>
                  <a:pt x="9851335" y="3580097"/>
                  <a:pt x="9879810" y="3595277"/>
                  <a:pt x="9900249" y="3625638"/>
                </a:cubicBezTo>
                <a:cubicBezTo>
                  <a:pt x="9920688" y="3655999"/>
                  <a:pt x="9930908" y="3702334"/>
                  <a:pt x="9930908" y="3764644"/>
                </a:cubicBezTo>
                <a:cubicBezTo>
                  <a:pt x="9930908" y="3822190"/>
                  <a:pt x="9920093" y="3866045"/>
                  <a:pt x="9898463" y="3896208"/>
                </a:cubicBezTo>
                <a:cubicBezTo>
                  <a:pt x="9876834" y="3926370"/>
                  <a:pt x="9846770" y="3941451"/>
                  <a:pt x="9808273" y="3941451"/>
                </a:cubicBezTo>
                <a:cubicBezTo>
                  <a:pt x="9776126" y="3941451"/>
                  <a:pt x="9748643" y="3932125"/>
                  <a:pt x="9725822" y="3913472"/>
                </a:cubicBezTo>
                <a:cubicBezTo>
                  <a:pt x="9703002" y="3894819"/>
                  <a:pt x="9685838" y="3872990"/>
                  <a:pt x="9674328" y="3847987"/>
                </a:cubicBezTo>
                <a:lnTo>
                  <a:pt x="9674328" y="3677728"/>
                </a:lnTo>
                <a:cubicBezTo>
                  <a:pt x="9686631" y="3651534"/>
                  <a:pt x="9704987" y="3628714"/>
                  <a:pt x="9729394" y="3609267"/>
                </a:cubicBezTo>
                <a:cubicBezTo>
                  <a:pt x="9753802" y="3589820"/>
                  <a:pt x="9782278" y="3580097"/>
                  <a:pt x="9814822" y="3580097"/>
                </a:cubicBezTo>
                <a:close/>
                <a:moveTo>
                  <a:pt x="10844117" y="3470559"/>
                </a:moveTo>
                <a:lnTo>
                  <a:pt x="11029134" y="3747298"/>
                </a:lnTo>
                <a:lnTo>
                  <a:pt x="10824472" y="4051584"/>
                </a:lnTo>
                <a:lnTo>
                  <a:pt x="10992350" y="4051584"/>
                </a:lnTo>
                <a:lnTo>
                  <a:pt x="11123942" y="3843410"/>
                </a:lnTo>
                <a:lnTo>
                  <a:pt x="11256073" y="4051584"/>
                </a:lnTo>
                <a:lnTo>
                  <a:pt x="11424547" y="4051584"/>
                </a:lnTo>
                <a:lnTo>
                  <a:pt x="11220518" y="3749814"/>
                </a:lnTo>
                <a:lnTo>
                  <a:pt x="11406687" y="3470559"/>
                </a:lnTo>
                <a:lnTo>
                  <a:pt x="11238214" y="3470559"/>
                </a:lnTo>
                <a:lnTo>
                  <a:pt x="11126104" y="3657587"/>
                </a:lnTo>
                <a:lnTo>
                  <a:pt x="11012590" y="3470559"/>
                </a:lnTo>
                <a:close/>
                <a:moveTo>
                  <a:pt x="4706446" y="3470559"/>
                </a:moveTo>
                <a:lnTo>
                  <a:pt x="4706446" y="4051584"/>
                </a:lnTo>
                <a:lnTo>
                  <a:pt x="4864203" y="4051584"/>
                </a:lnTo>
                <a:lnTo>
                  <a:pt x="4864203" y="3470559"/>
                </a:lnTo>
                <a:close/>
                <a:moveTo>
                  <a:pt x="3558088" y="3470559"/>
                </a:moveTo>
                <a:lnTo>
                  <a:pt x="3558088" y="3849773"/>
                </a:lnTo>
                <a:cubicBezTo>
                  <a:pt x="3558088" y="3916845"/>
                  <a:pt x="3574162" y="3968538"/>
                  <a:pt x="3606309" y="4004852"/>
                </a:cubicBezTo>
                <a:cubicBezTo>
                  <a:pt x="3638455" y="4041166"/>
                  <a:pt x="3683897" y="4059323"/>
                  <a:pt x="3742635" y="4059323"/>
                </a:cubicBezTo>
                <a:cubicBezTo>
                  <a:pt x="3793038" y="4059323"/>
                  <a:pt x="3835107" y="4049600"/>
                  <a:pt x="3868841" y="4030153"/>
                </a:cubicBezTo>
                <a:cubicBezTo>
                  <a:pt x="3902576" y="4010706"/>
                  <a:pt x="3929166" y="3988679"/>
                  <a:pt x="3948613" y="3964073"/>
                </a:cubicBezTo>
                <a:lnTo>
                  <a:pt x="3950994" y="4051584"/>
                </a:lnTo>
                <a:lnTo>
                  <a:pt x="4103394" y="4051584"/>
                </a:lnTo>
                <a:lnTo>
                  <a:pt x="4103394" y="3470559"/>
                </a:lnTo>
                <a:lnTo>
                  <a:pt x="3945636" y="3470559"/>
                </a:lnTo>
                <a:lnTo>
                  <a:pt x="3945636" y="3858703"/>
                </a:lnTo>
                <a:cubicBezTo>
                  <a:pt x="3928968" y="3878944"/>
                  <a:pt x="3909421" y="3896108"/>
                  <a:pt x="3886998" y="3910197"/>
                </a:cubicBezTo>
                <a:cubicBezTo>
                  <a:pt x="3864575" y="3924287"/>
                  <a:pt x="3837488" y="3931331"/>
                  <a:pt x="3805738" y="3931331"/>
                </a:cubicBezTo>
                <a:cubicBezTo>
                  <a:pt x="3783910" y="3931331"/>
                  <a:pt x="3766348" y="3927164"/>
                  <a:pt x="3753053" y="3918829"/>
                </a:cubicBezTo>
                <a:cubicBezTo>
                  <a:pt x="3739757" y="3910495"/>
                  <a:pt x="3730233" y="3898688"/>
                  <a:pt x="3724478" y="3883408"/>
                </a:cubicBezTo>
                <a:cubicBezTo>
                  <a:pt x="3718723" y="3868129"/>
                  <a:pt x="3715846" y="3850567"/>
                  <a:pt x="3715846" y="3830723"/>
                </a:cubicBezTo>
                <a:lnTo>
                  <a:pt x="3715846" y="3470559"/>
                </a:lnTo>
                <a:close/>
                <a:moveTo>
                  <a:pt x="1831086" y="3470559"/>
                </a:moveTo>
                <a:lnTo>
                  <a:pt x="2042422" y="4051584"/>
                </a:lnTo>
                <a:lnTo>
                  <a:pt x="2222207" y="4051584"/>
                </a:lnTo>
                <a:lnTo>
                  <a:pt x="2432948" y="3470559"/>
                </a:lnTo>
                <a:lnTo>
                  <a:pt x="2273404" y="3470559"/>
                </a:lnTo>
                <a:lnTo>
                  <a:pt x="2132315" y="3904542"/>
                </a:lnTo>
                <a:lnTo>
                  <a:pt x="1995393" y="3470559"/>
                </a:lnTo>
                <a:close/>
                <a:moveTo>
                  <a:pt x="8452748" y="3462225"/>
                </a:moveTo>
                <a:cubicBezTo>
                  <a:pt x="8401947" y="3462225"/>
                  <a:pt x="8360672" y="3471849"/>
                  <a:pt x="8328922" y="3491097"/>
                </a:cubicBezTo>
                <a:cubicBezTo>
                  <a:pt x="8297172" y="3510346"/>
                  <a:pt x="8271574" y="3532472"/>
                  <a:pt x="8252127" y="3557475"/>
                </a:cubicBezTo>
                <a:lnTo>
                  <a:pt x="8249150" y="3470559"/>
                </a:lnTo>
                <a:lnTo>
                  <a:pt x="8097345" y="3470559"/>
                </a:lnTo>
                <a:lnTo>
                  <a:pt x="8097345" y="4051584"/>
                </a:lnTo>
                <a:lnTo>
                  <a:pt x="8255104" y="4051584"/>
                </a:lnTo>
                <a:lnTo>
                  <a:pt x="8255104" y="3664036"/>
                </a:lnTo>
                <a:cubicBezTo>
                  <a:pt x="8271772" y="3643001"/>
                  <a:pt x="8291318" y="3625142"/>
                  <a:pt x="8313742" y="3610458"/>
                </a:cubicBezTo>
                <a:cubicBezTo>
                  <a:pt x="8336165" y="3595773"/>
                  <a:pt x="8363054" y="3588431"/>
                  <a:pt x="8394407" y="3588431"/>
                </a:cubicBezTo>
                <a:cubicBezTo>
                  <a:pt x="8415441" y="3588431"/>
                  <a:pt x="8432407" y="3592797"/>
                  <a:pt x="8445306" y="3601528"/>
                </a:cubicBezTo>
                <a:cubicBezTo>
                  <a:pt x="8458204" y="3610259"/>
                  <a:pt x="8467630" y="3622562"/>
                  <a:pt x="8473583" y="3638437"/>
                </a:cubicBezTo>
                <a:cubicBezTo>
                  <a:pt x="8479537" y="3654312"/>
                  <a:pt x="8482513" y="3672767"/>
                  <a:pt x="8482513" y="3693801"/>
                </a:cubicBezTo>
                <a:lnTo>
                  <a:pt x="8482513" y="4051584"/>
                </a:lnTo>
                <a:lnTo>
                  <a:pt x="8639080" y="4051584"/>
                </a:lnTo>
                <a:lnTo>
                  <a:pt x="8639080" y="3673561"/>
                </a:lnTo>
                <a:cubicBezTo>
                  <a:pt x="8639080" y="3604505"/>
                  <a:pt x="8622808" y="3552018"/>
                  <a:pt x="8590265" y="3516101"/>
                </a:cubicBezTo>
                <a:cubicBezTo>
                  <a:pt x="8557721" y="3480183"/>
                  <a:pt x="8511882" y="3462225"/>
                  <a:pt x="8452748" y="3462225"/>
                </a:cubicBezTo>
                <a:close/>
                <a:moveTo>
                  <a:pt x="6081022" y="3462225"/>
                </a:moveTo>
                <a:cubicBezTo>
                  <a:pt x="6030222" y="3462225"/>
                  <a:pt x="5988947" y="3471849"/>
                  <a:pt x="5957197" y="3491097"/>
                </a:cubicBezTo>
                <a:cubicBezTo>
                  <a:pt x="5925447" y="3510346"/>
                  <a:pt x="5899849" y="3532472"/>
                  <a:pt x="5880402" y="3557475"/>
                </a:cubicBezTo>
                <a:lnTo>
                  <a:pt x="5877425" y="3470559"/>
                </a:lnTo>
                <a:lnTo>
                  <a:pt x="5725621" y="3470559"/>
                </a:lnTo>
                <a:lnTo>
                  <a:pt x="5725621" y="4051584"/>
                </a:lnTo>
                <a:lnTo>
                  <a:pt x="5883379" y="4051584"/>
                </a:lnTo>
                <a:lnTo>
                  <a:pt x="5883379" y="3664036"/>
                </a:lnTo>
                <a:cubicBezTo>
                  <a:pt x="5900047" y="3643001"/>
                  <a:pt x="5919593" y="3625142"/>
                  <a:pt x="5942016" y="3610458"/>
                </a:cubicBezTo>
                <a:cubicBezTo>
                  <a:pt x="5964440" y="3595773"/>
                  <a:pt x="5991329" y="3588431"/>
                  <a:pt x="6022681" y="3588431"/>
                </a:cubicBezTo>
                <a:cubicBezTo>
                  <a:pt x="6043716" y="3588431"/>
                  <a:pt x="6060682" y="3592797"/>
                  <a:pt x="6073581" y="3601528"/>
                </a:cubicBezTo>
                <a:cubicBezTo>
                  <a:pt x="6086479" y="3610259"/>
                  <a:pt x="6095905" y="3622562"/>
                  <a:pt x="6101858" y="3638437"/>
                </a:cubicBezTo>
                <a:cubicBezTo>
                  <a:pt x="6107811" y="3654312"/>
                  <a:pt x="6110788" y="3672767"/>
                  <a:pt x="6110788" y="3693801"/>
                </a:cubicBezTo>
                <a:lnTo>
                  <a:pt x="6110788" y="4051584"/>
                </a:lnTo>
                <a:lnTo>
                  <a:pt x="6267355" y="4051584"/>
                </a:lnTo>
                <a:lnTo>
                  <a:pt x="6267355" y="3673561"/>
                </a:lnTo>
                <a:cubicBezTo>
                  <a:pt x="6267355" y="3604505"/>
                  <a:pt x="6251083" y="3552018"/>
                  <a:pt x="6218539" y="3516101"/>
                </a:cubicBezTo>
                <a:cubicBezTo>
                  <a:pt x="6185996" y="3480183"/>
                  <a:pt x="6140156" y="3462225"/>
                  <a:pt x="6081022" y="3462225"/>
                </a:cubicBezTo>
                <a:close/>
                <a:moveTo>
                  <a:pt x="7678841" y="3461629"/>
                </a:moveTo>
                <a:cubicBezTo>
                  <a:pt x="7628438" y="3461629"/>
                  <a:pt x="7584087" y="3467979"/>
                  <a:pt x="7545789" y="3480679"/>
                </a:cubicBezTo>
                <a:cubicBezTo>
                  <a:pt x="7507490" y="3493379"/>
                  <a:pt x="7477526" y="3514215"/>
                  <a:pt x="7455897" y="3543187"/>
                </a:cubicBezTo>
                <a:cubicBezTo>
                  <a:pt x="7434267" y="3572159"/>
                  <a:pt x="7423452" y="3611450"/>
                  <a:pt x="7423452" y="3661059"/>
                </a:cubicBezTo>
                <a:lnTo>
                  <a:pt x="7571090" y="3661059"/>
                </a:lnTo>
                <a:cubicBezTo>
                  <a:pt x="7571090" y="3627722"/>
                  <a:pt x="7581210" y="3603612"/>
                  <a:pt x="7601451" y="3588729"/>
                </a:cubicBezTo>
                <a:cubicBezTo>
                  <a:pt x="7621691" y="3573846"/>
                  <a:pt x="7647488" y="3566404"/>
                  <a:pt x="7678841" y="3566404"/>
                </a:cubicBezTo>
                <a:cubicBezTo>
                  <a:pt x="7707416" y="3566404"/>
                  <a:pt x="7730732" y="3573350"/>
                  <a:pt x="7748791" y="3587240"/>
                </a:cubicBezTo>
                <a:cubicBezTo>
                  <a:pt x="7766848" y="3601131"/>
                  <a:pt x="7775877" y="3626928"/>
                  <a:pt x="7775877" y="3664631"/>
                </a:cubicBezTo>
                <a:lnTo>
                  <a:pt x="7775877" y="3695587"/>
                </a:lnTo>
                <a:cubicBezTo>
                  <a:pt x="7699280" y="3697175"/>
                  <a:pt x="7632109" y="3702830"/>
                  <a:pt x="7574364" y="3712554"/>
                </a:cubicBezTo>
                <a:cubicBezTo>
                  <a:pt x="7516619" y="3722277"/>
                  <a:pt x="7471673" y="3740732"/>
                  <a:pt x="7439526" y="3767918"/>
                </a:cubicBezTo>
                <a:cubicBezTo>
                  <a:pt x="7407379" y="3795104"/>
                  <a:pt x="7391305" y="3835486"/>
                  <a:pt x="7391305" y="3889064"/>
                </a:cubicBezTo>
                <a:cubicBezTo>
                  <a:pt x="7391305" y="3927561"/>
                  <a:pt x="7400136" y="3959608"/>
                  <a:pt x="7417797" y="3985207"/>
                </a:cubicBezTo>
                <a:cubicBezTo>
                  <a:pt x="7435457" y="4010805"/>
                  <a:pt x="7458576" y="4029955"/>
                  <a:pt x="7487151" y="4042655"/>
                </a:cubicBezTo>
                <a:cubicBezTo>
                  <a:pt x="7515726" y="4055354"/>
                  <a:pt x="7546483" y="4061705"/>
                  <a:pt x="7579424" y="4061705"/>
                </a:cubicBezTo>
                <a:cubicBezTo>
                  <a:pt x="7621890" y="4061705"/>
                  <a:pt x="7659394" y="4054462"/>
                  <a:pt x="7691938" y="4039976"/>
                </a:cubicBezTo>
                <a:cubicBezTo>
                  <a:pt x="7724482" y="4025490"/>
                  <a:pt x="7753057" y="4004158"/>
                  <a:pt x="7777663" y="3975980"/>
                </a:cubicBezTo>
                <a:lnTo>
                  <a:pt x="7782426" y="4051584"/>
                </a:lnTo>
                <a:lnTo>
                  <a:pt x="7930063" y="4051584"/>
                </a:lnTo>
                <a:lnTo>
                  <a:pt x="7930063" y="3661654"/>
                </a:lnTo>
                <a:cubicBezTo>
                  <a:pt x="7930063" y="3622761"/>
                  <a:pt x="7923911" y="3590316"/>
                  <a:pt x="7911608" y="3564321"/>
                </a:cubicBezTo>
                <a:cubicBezTo>
                  <a:pt x="7899305" y="3538326"/>
                  <a:pt x="7881942" y="3517787"/>
                  <a:pt x="7859519" y="3502706"/>
                </a:cubicBezTo>
                <a:cubicBezTo>
                  <a:pt x="7837095" y="3487625"/>
                  <a:pt x="7810604" y="3477008"/>
                  <a:pt x="7780044" y="3470857"/>
                </a:cubicBezTo>
                <a:cubicBezTo>
                  <a:pt x="7749485" y="3464705"/>
                  <a:pt x="7715751" y="3461629"/>
                  <a:pt x="7678841" y="3461629"/>
                </a:cubicBezTo>
                <a:close/>
                <a:moveTo>
                  <a:pt x="10494669" y="3460439"/>
                </a:moveTo>
                <a:cubicBezTo>
                  <a:pt x="10435931" y="3460439"/>
                  <a:pt x="10384437" y="3472246"/>
                  <a:pt x="10340185" y="3495860"/>
                </a:cubicBezTo>
                <a:cubicBezTo>
                  <a:pt x="10295934" y="3519474"/>
                  <a:pt x="10261703" y="3553804"/>
                  <a:pt x="10237494" y="3598849"/>
                </a:cubicBezTo>
                <a:cubicBezTo>
                  <a:pt x="10213285" y="3643894"/>
                  <a:pt x="10201180" y="3698564"/>
                  <a:pt x="10201180" y="3762858"/>
                </a:cubicBezTo>
                <a:cubicBezTo>
                  <a:pt x="10201180" y="3825961"/>
                  <a:pt x="10213285" y="3879737"/>
                  <a:pt x="10237494" y="3924187"/>
                </a:cubicBezTo>
                <a:cubicBezTo>
                  <a:pt x="10261703" y="3968637"/>
                  <a:pt x="10295934" y="4002570"/>
                  <a:pt x="10340185" y="4025986"/>
                </a:cubicBezTo>
                <a:cubicBezTo>
                  <a:pt x="10384437" y="4049401"/>
                  <a:pt x="10435931" y="4061109"/>
                  <a:pt x="10494669" y="4061109"/>
                </a:cubicBezTo>
                <a:cubicBezTo>
                  <a:pt x="10554200" y="4061109"/>
                  <a:pt x="10606091" y="4049401"/>
                  <a:pt x="10650343" y="4025986"/>
                </a:cubicBezTo>
                <a:cubicBezTo>
                  <a:pt x="10694595" y="4002570"/>
                  <a:pt x="10729023" y="3968637"/>
                  <a:pt x="10753630" y="3924187"/>
                </a:cubicBezTo>
                <a:cubicBezTo>
                  <a:pt x="10778236" y="3879737"/>
                  <a:pt x="10790539" y="3825961"/>
                  <a:pt x="10790539" y="3762858"/>
                </a:cubicBezTo>
                <a:cubicBezTo>
                  <a:pt x="10790539" y="3698564"/>
                  <a:pt x="10778236" y="3643894"/>
                  <a:pt x="10753630" y="3598849"/>
                </a:cubicBezTo>
                <a:cubicBezTo>
                  <a:pt x="10729023" y="3553804"/>
                  <a:pt x="10694595" y="3519474"/>
                  <a:pt x="10650343" y="3495860"/>
                </a:cubicBezTo>
                <a:cubicBezTo>
                  <a:pt x="10606091" y="3472246"/>
                  <a:pt x="10554200" y="3460439"/>
                  <a:pt x="10494669" y="3460439"/>
                </a:cubicBezTo>
                <a:close/>
                <a:moveTo>
                  <a:pt x="5294019" y="3460439"/>
                </a:moveTo>
                <a:cubicBezTo>
                  <a:pt x="5235282" y="3460439"/>
                  <a:pt x="5183787" y="3472246"/>
                  <a:pt x="5139535" y="3495860"/>
                </a:cubicBezTo>
                <a:cubicBezTo>
                  <a:pt x="5095284" y="3519474"/>
                  <a:pt x="5061053" y="3553804"/>
                  <a:pt x="5036844" y="3598849"/>
                </a:cubicBezTo>
                <a:cubicBezTo>
                  <a:pt x="5012635" y="3643894"/>
                  <a:pt x="5000530" y="3698564"/>
                  <a:pt x="5000530" y="3762858"/>
                </a:cubicBezTo>
                <a:cubicBezTo>
                  <a:pt x="5000530" y="3825961"/>
                  <a:pt x="5012635" y="3879737"/>
                  <a:pt x="5036844" y="3924187"/>
                </a:cubicBezTo>
                <a:cubicBezTo>
                  <a:pt x="5061053" y="3968637"/>
                  <a:pt x="5095284" y="4002570"/>
                  <a:pt x="5139535" y="4025986"/>
                </a:cubicBezTo>
                <a:cubicBezTo>
                  <a:pt x="5183787" y="4049401"/>
                  <a:pt x="5235282" y="4061109"/>
                  <a:pt x="5294019" y="4061109"/>
                </a:cubicBezTo>
                <a:cubicBezTo>
                  <a:pt x="5353551" y="4061109"/>
                  <a:pt x="5405442" y="4049401"/>
                  <a:pt x="5449693" y="4025986"/>
                </a:cubicBezTo>
                <a:cubicBezTo>
                  <a:pt x="5493945" y="4002570"/>
                  <a:pt x="5528374" y="3968637"/>
                  <a:pt x="5552981" y="3924187"/>
                </a:cubicBezTo>
                <a:cubicBezTo>
                  <a:pt x="5577586" y="3879737"/>
                  <a:pt x="5589889" y="3825961"/>
                  <a:pt x="5589889" y="3762858"/>
                </a:cubicBezTo>
                <a:cubicBezTo>
                  <a:pt x="5589889" y="3698564"/>
                  <a:pt x="5577586" y="3643894"/>
                  <a:pt x="5552981" y="3598849"/>
                </a:cubicBezTo>
                <a:cubicBezTo>
                  <a:pt x="5528374" y="3553804"/>
                  <a:pt x="5493945" y="3519474"/>
                  <a:pt x="5449693" y="3495860"/>
                </a:cubicBezTo>
                <a:cubicBezTo>
                  <a:pt x="5405442" y="3472246"/>
                  <a:pt x="5353551" y="3460439"/>
                  <a:pt x="5294019" y="3460439"/>
                </a:cubicBezTo>
                <a:close/>
                <a:moveTo>
                  <a:pt x="2769895" y="3460439"/>
                </a:moveTo>
                <a:cubicBezTo>
                  <a:pt x="2711157" y="3460439"/>
                  <a:pt x="2659662" y="3472246"/>
                  <a:pt x="2615411" y="3495860"/>
                </a:cubicBezTo>
                <a:cubicBezTo>
                  <a:pt x="2571159" y="3519474"/>
                  <a:pt x="2536929" y="3553804"/>
                  <a:pt x="2512719" y="3598849"/>
                </a:cubicBezTo>
                <a:cubicBezTo>
                  <a:pt x="2488510" y="3643894"/>
                  <a:pt x="2476405" y="3698564"/>
                  <a:pt x="2476405" y="3762858"/>
                </a:cubicBezTo>
                <a:cubicBezTo>
                  <a:pt x="2476405" y="3825961"/>
                  <a:pt x="2488510" y="3879737"/>
                  <a:pt x="2512719" y="3924187"/>
                </a:cubicBezTo>
                <a:cubicBezTo>
                  <a:pt x="2536929" y="3968637"/>
                  <a:pt x="2571159" y="4002570"/>
                  <a:pt x="2615411" y="4025986"/>
                </a:cubicBezTo>
                <a:cubicBezTo>
                  <a:pt x="2659662" y="4049401"/>
                  <a:pt x="2711157" y="4061109"/>
                  <a:pt x="2769895" y="4061109"/>
                </a:cubicBezTo>
                <a:cubicBezTo>
                  <a:pt x="2829426" y="4061109"/>
                  <a:pt x="2881317" y="4049401"/>
                  <a:pt x="2925569" y="4025986"/>
                </a:cubicBezTo>
                <a:cubicBezTo>
                  <a:pt x="2969820" y="4002570"/>
                  <a:pt x="3004249" y="3968637"/>
                  <a:pt x="3028855" y="3924187"/>
                </a:cubicBezTo>
                <a:cubicBezTo>
                  <a:pt x="3053461" y="3879737"/>
                  <a:pt x="3065765" y="3825961"/>
                  <a:pt x="3065765" y="3762858"/>
                </a:cubicBezTo>
                <a:cubicBezTo>
                  <a:pt x="3065765" y="3698564"/>
                  <a:pt x="3053461" y="3643894"/>
                  <a:pt x="3028855" y="3598849"/>
                </a:cubicBezTo>
                <a:cubicBezTo>
                  <a:pt x="3004249" y="3553804"/>
                  <a:pt x="2969820" y="3519474"/>
                  <a:pt x="2925569" y="3495860"/>
                </a:cubicBezTo>
                <a:cubicBezTo>
                  <a:pt x="2881317" y="3472246"/>
                  <a:pt x="2829426" y="3460439"/>
                  <a:pt x="2769895" y="3460439"/>
                </a:cubicBezTo>
                <a:close/>
                <a:moveTo>
                  <a:pt x="4293299" y="3333637"/>
                </a:moveTo>
                <a:lnTo>
                  <a:pt x="4293299" y="3470559"/>
                </a:lnTo>
                <a:lnTo>
                  <a:pt x="4196858" y="3470559"/>
                </a:lnTo>
                <a:lnTo>
                  <a:pt x="4196858" y="3592003"/>
                </a:lnTo>
                <a:lnTo>
                  <a:pt x="4293299" y="3592003"/>
                </a:lnTo>
                <a:lnTo>
                  <a:pt x="4293299" y="3849178"/>
                </a:lnTo>
                <a:cubicBezTo>
                  <a:pt x="4293299" y="3896803"/>
                  <a:pt x="4299649" y="3935399"/>
                  <a:pt x="4312349" y="3964966"/>
                </a:cubicBezTo>
                <a:cubicBezTo>
                  <a:pt x="4325049" y="3994533"/>
                  <a:pt x="4347572" y="4016362"/>
                  <a:pt x="4379917" y="4030451"/>
                </a:cubicBezTo>
                <a:cubicBezTo>
                  <a:pt x="4412263" y="4044540"/>
                  <a:pt x="4457804" y="4051584"/>
                  <a:pt x="4516541" y="4051584"/>
                </a:cubicBezTo>
                <a:lnTo>
                  <a:pt x="4577858" y="4051584"/>
                </a:lnTo>
                <a:lnTo>
                  <a:pt x="4577858" y="3929545"/>
                </a:lnTo>
                <a:lnTo>
                  <a:pt x="4521899" y="3929545"/>
                </a:lnTo>
                <a:cubicBezTo>
                  <a:pt x="4491736" y="3929545"/>
                  <a:pt x="4472389" y="3922203"/>
                  <a:pt x="4463856" y="3907519"/>
                </a:cubicBezTo>
                <a:cubicBezTo>
                  <a:pt x="4455323" y="3892834"/>
                  <a:pt x="4451057" y="3870212"/>
                  <a:pt x="4451057" y="3839653"/>
                </a:cubicBezTo>
                <a:lnTo>
                  <a:pt x="4451057" y="3592003"/>
                </a:lnTo>
                <a:lnTo>
                  <a:pt x="4577858" y="3592003"/>
                </a:lnTo>
                <a:lnTo>
                  <a:pt x="4577858" y="3470559"/>
                </a:lnTo>
                <a:lnTo>
                  <a:pt x="4451057" y="3470559"/>
                </a:lnTo>
                <a:lnTo>
                  <a:pt x="4451057" y="3333637"/>
                </a:lnTo>
                <a:close/>
                <a:moveTo>
                  <a:pt x="9516570" y="3250294"/>
                </a:moveTo>
                <a:lnTo>
                  <a:pt x="9516570" y="4051584"/>
                </a:lnTo>
                <a:lnTo>
                  <a:pt x="9665994" y="4051584"/>
                </a:lnTo>
                <a:lnTo>
                  <a:pt x="9672542" y="3970622"/>
                </a:lnTo>
                <a:cubicBezTo>
                  <a:pt x="9691989" y="3999197"/>
                  <a:pt x="9715405" y="4021620"/>
                  <a:pt x="9742789" y="4037892"/>
                </a:cubicBezTo>
                <a:cubicBezTo>
                  <a:pt x="9770173" y="4054164"/>
                  <a:pt x="9805098" y="4062300"/>
                  <a:pt x="9847564" y="4062300"/>
                </a:cubicBezTo>
                <a:cubicBezTo>
                  <a:pt x="9893602" y="4062300"/>
                  <a:pt x="9935075" y="4051485"/>
                  <a:pt x="9971984" y="4029855"/>
                </a:cubicBezTo>
                <a:cubicBezTo>
                  <a:pt x="10008894" y="4008226"/>
                  <a:pt x="10038163" y="3975186"/>
                  <a:pt x="10059793" y="3930736"/>
                </a:cubicBezTo>
                <a:cubicBezTo>
                  <a:pt x="10081423" y="3886286"/>
                  <a:pt x="10092237" y="3829929"/>
                  <a:pt x="10092237" y="3761667"/>
                </a:cubicBezTo>
                <a:cubicBezTo>
                  <a:pt x="10092237" y="3693008"/>
                  <a:pt x="10082117" y="3636552"/>
                  <a:pt x="10061876" y="3592301"/>
                </a:cubicBezTo>
                <a:cubicBezTo>
                  <a:pt x="10041636" y="3548049"/>
                  <a:pt x="10014053" y="3515109"/>
                  <a:pt x="9979128" y="3493479"/>
                </a:cubicBezTo>
                <a:cubicBezTo>
                  <a:pt x="9944203" y="3471849"/>
                  <a:pt x="9904516" y="3461034"/>
                  <a:pt x="9860065" y="3461034"/>
                </a:cubicBezTo>
                <a:cubicBezTo>
                  <a:pt x="9816409" y="3461034"/>
                  <a:pt x="9779698" y="3469468"/>
                  <a:pt x="9749933" y="3486335"/>
                </a:cubicBezTo>
                <a:cubicBezTo>
                  <a:pt x="9720167" y="3503202"/>
                  <a:pt x="9694966" y="3525725"/>
                  <a:pt x="9674328" y="3553903"/>
                </a:cubicBezTo>
                <a:lnTo>
                  <a:pt x="9674328" y="3250294"/>
                </a:lnTo>
                <a:close/>
                <a:moveTo>
                  <a:pt x="9190339" y="3250294"/>
                </a:moveTo>
                <a:lnTo>
                  <a:pt x="9190339" y="3551522"/>
                </a:lnTo>
                <a:cubicBezTo>
                  <a:pt x="9173274" y="3524534"/>
                  <a:pt x="9150254" y="3502706"/>
                  <a:pt x="9121282" y="3486037"/>
                </a:cubicBezTo>
                <a:cubicBezTo>
                  <a:pt x="9092311" y="3469369"/>
                  <a:pt x="9057584" y="3461034"/>
                  <a:pt x="9017103" y="3461034"/>
                </a:cubicBezTo>
                <a:cubicBezTo>
                  <a:pt x="8971066" y="3461034"/>
                  <a:pt x="8929592" y="3471750"/>
                  <a:pt x="8892682" y="3493181"/>
                </a:cubicBezTo>
                <a:cubicBezTo>
                  <a:pt x="8855774" y="3514612"/>
                  <a:pt x="8826504" y="3547156"/>
                  <a:pt x="8804874" y="3590812"/>
                </a:cubicBezTo>
                <a:cubicBezTo>
                  <a:pt x="8783244" y="3634469"/>
                  <a:pt x="8772430" y="3689833"/>
                  <a:pt x="8772430" y="3756904"/>
                </a:cubicBezTo>
                <a:cubicBezTo>
                  <a:pt x="8772430" y="3826358"/>
                  <a:pt x="8782451" y="3883607"/>
                  <a:pt x="8802494" y="3928652"/>
                </a:cubicBezTo>
                <a:cubicBezTo>
                  <a:pt x="8822535" y="3973697"/>
                  <a:pt x="8849920" y="4007134"/>
                  <a:pt x="8884646" y="4028962"/>
                </a:cubicBezTo>
                <a:cubicBezTo>
                  <a:pt x="8919373" y="4050790"/>
                  <a:pt x="8958564" y="4061705"/>
                  <a:pt x="9002220" y="4061705"/>
                </a:cubicBezTo>
                <a:cubicBezTo>
                  <a:pt x="9045877" y="4061705"/>
                  <a:pt x="9082984" y="4053370"/>
                  <a:pt x="9113544" y="4036701"/>
                </a:cubicBezTo>
                <a:cubicBezTo>
                  <a:pt x="9144104" y="4020033"/>
                  <a:pt x="9169702" y="3997411"/>
                  <a:pt x="9190339" y="3968836"/>
                </a:cubicBezTo>
                <a:lnTo>
                  <a:pt x="9196888" y="4051584"/>
                </a:lnTo>
                <a:lnTo>
                  <a:pt x="9348096" y="4051584"/>
                </a:lnTo>
                <a:lnTo>
                  <a:pt x="9348096" y="3250294"/>
                </a:lnTo>
                <a:close/>
                <a:moveTo>
                  <a:pt x="3196138" y="3250294"/>
                </a:moveTo>
                <a:lnTo>
                  <a:pt x="3196138" y="3849178"/>
                </a:lnTo>
                <a:cubicBezTo>
                  <a:pt x="3196138" y="3896803"/>
                  <a:pt x="3202488" y="3935399"/>
                  <a:pt x="3215188" y="3964966"/>
                </a:cubicBezTo>
                <a:cubicBezTo>
                  <a:pt x="3227888" y="3994533"/>
                  <a:pt x="3250312" y="4016362"/>
                  <a:pt x="3282459" y="4030451"/>
                </a:cubicBezTo>
                <a:cubicBezTo>
                  <a:pt x="3314605" y="4044540"/>
                  <a:pt x="3360246" y="4051584"/>
                  <a:pt x="3419380" y="4051584"/>
                </a:cubicBezTo>
                <a:lnTo>
                  <a:pt x="3460457" y="4051584"/>
                </a:lnTo>
                <a:lnTo>
                  <a:pt x="3460457" y="3928354"/>
                </a:lnTo>
                <a:lnTo>
                  <a:pt x="3424143" y="3928354"/>
                </a:lnTo>
                <a:cubicBezTo>
                  <a:pt x="3393583" y="3928354"/>
                  <a:pt x="3374136" y="3921211"/>
                  <a:pt x="3365802" y="3906923"/>
                </a:cubicBezTo>
                <a:cubicBezTo>
                  <a:pt x="3357468" y="3892636"/>
                  <a:pt x="3353301" y="3870212"/>
                  <a:pt x="3353301" y="3839653"/>
                </a:cubicBezTo>
                <a:lnTo>
                  <a:pt x="3353301" y="3250294"/>
                </a:lnTo>
                <a:close/>
                <a:moveTo>
                  <a:pt x="1222082" y="3250294"/>
                </a:moveTo>
                <a:lnTo>
                  <a:pt x="1222082" y="4051584"/>
                </a:lnTo>
                <a:lnTo>
                  <a:pt x="1759649" y="4051584"/>
                </a:lnTo>
                <a:lnTo>
                  <a:pt x="1759649" y="3912876"/>
                </a:lnTo>
                <a:lnTo>
                  <a:pt x="1389365" y="3912876"/>
                </a:lnTo>
                <a:lnTo>
                  <a:pt x="1389365" y="3709279"/>
                </a:lnTo>
                <a:lnTo>
                  <a:pt x="1725121" y="3709279"/>
                </a:lnTo>
                <a:lnTo>
                  <a:pt x="1725121" y="3575334"/>
                </a:lnTo>
                <a:lnTo>
                  <a:pt x="1389365" y="3575334"/>
                </a:lnTo>
                <a:lnTo>
                  <a:pt x="1389365" y="3389001"/>
                </a:lnTo>
                <a:lnTo>
                  <a:pt x="1759649" y="3389001"/>
                </a:lnTo>
                <a:lnTo>
                  <a:pt x="1759649" y="3250294"/>
                </a:lnTo>
                <a:close/>
                <a:moveTo>
                  <a:pt x="4785622" y="3240769"/>
                </a:moveTo>
                <a:cubicBezTo>
                  <a:pt x="4756650" y="3240769"/>
                  <a:pt x="4734524" y="3248012"/>
                  <a:pt x="4719245" y="3262497"/>
                </a:cubicBezTo>
                <a:cubicBezTo>
                  <a:pt x="4703965" y="3276983"/>
                  <a:pt x="4696325" y="3295339"/>
                  <a:pt x="4696325" y="3317564"/>
                </a:cubicBezTo>
                <a:cubicBezTo>
                  <a:pt x="4696325" y="3339392"/>
                  <a:pt x="4703965" y="3357648"/>
                  <a:pt x="4719245" y="3372333"/>
                </a:cubicBezTo>
                <a:cubicBezTo>
                  <a:pt x="4734524" y="3387017"/>
                  <a:pt x="4756650" y="3394359"/>
                  <a:pt x="4785622" y="3394359"/>
                </a:cubicBezTo>
                <a:cubicBezTo>
                  <a:pt x="4814594" y="3394359"/>
                  <a:pt x="4836720" y="3387017"/>
                  <a:pt x="4852000" y="3372333"/>
                </a:cubicBezTo>
                <a:cubicBezTo>
                  <a:pt x="4867279" y="3357648"/>
                  <a:pt x="4874919" y="3339392"/>
                  <a:pt x="4874919" y="3317564"/>
                </a:cubicBezTo>
                <a:cubicBezTo>
                  <a:pt x="4874919" y="3295339"/>
                  <a:pt x="4867279" y="3276983"/>
                  <a:pt x="4852000" y="3262497"/>
                </a:cubicBezTo>
                <a:cubicBezTo>
                  <a:pt x="4836720" y="3248012"/>
                  <a:pt x="4814594" y="3240769"/>
                  <a:pt x="4785622" y="3240769"/>
                </a:cubicBezTo>
                <a:close/>
                <a:moveTo>
                  <a:pt x="6962085" y="3240173"/>
                </a:moveTo>
                <a:cubicBezTo>
                  <a:pt x="6904538" y="3240173"/>
                  <a:pt x="6853539" y="3247912"/>
                  <a:pt x="6809090" y="3263390"/>
                </a:cubicBezTo>
                <a:cubicBezTo>
                  <a:pt x="6764640" y="3278869"/>
                  <a:pt x="6729814" y="3302979"/>
                  <a:pt x="6704612" y="3335721"/>
                </a:cubicBezTo>
                <a:cubicBezTo>
                  <a:pt x="6679410" y="3368463"/>
                  <a:pt x="6666810" y="3410829"/>
                  <a:pt x="6666810" y="3462820"/>
                </a:cubicBezTo>
                <a:cubicBezTo>
                  <a:pt x="6666810" y="3511239"/>
                  <a:pt x="6677823" y="3550529"/>
                  <a:pt x="6699850" y="3580692"/>
                </a:cubicBezTo>
                <a:cubicBezTo>
                  <a:pt x="6721876" y="3610854"/>
                  <a:pt x="6753031" y="3635461"/>
                  <a:pt x="6793314" y="3654511"/>
                </a:cubicBezTo>
                <a:cubicBezTo>
                  <a:pt x="6833596" y="3673561"/>
                  <a:pt x="6881321" y="3691023"/>
                  <a:pt x="6936487" y="3706898"/>
                </a:cubicBezTo>
                <a:cubicBezTo>
                  <a:pt x="6983715" y="3719995"/>
                  <a:pt x="7020425" y="3732199"/>
                  <a:pt x="7046619" y="3743510"/>
                </a:cubicBezTo>
                <a:cubicBezTo>
                  <a:pt x="7072813" y="3754821"/>
                  <a:pt x="7091069" y="3767322"/>
                  <a:pt x="7101388" y="3781015"/>
                </a:cubicBezTo>
                <a:cubicBezTo>
                  <a:pt x="7111707" y="3794707"/>
                  <a:pt x="7116866" y="3812070"/>
                  <a:pt x="7116866" y="3833104"/>
                </a:cubicBezTo>
                <a:cubicBezTo>
                  <a:pt x="7116866" y="3854933"/>
                  <a:pt x="7110814" y="3872891"/>
                  <a:pt x="7098709" y="3886980"/>
                </a:cubicBezTo>
                <a:cubicBezTo>
                  <a:pt x="7086604" y="3901069"/>
                  <a:pt x="7069837" y="3911487"/>
                  <a:pt x="7048405" y="3918234"/>
                </a:cubicBezTo>
                <a:cubicBezTo>
                  <a:pt x="7026974" y="3924981"/>
                  <a:pt x="7002169" y="3928354"/>
                  <a:pt x="6973991" y="3928354"/>
                </a:cubicBezTo>
                <a:cubicBezTo>
                  <a:pt x="6944622" y="3928354"/>
                  <a:pt x="6918528" y="3924584"/>
                  <a:pt x="6895707" y="3917044"/>
                </a:cubicBezTo>
                <a:cubicBezTo>
                  <a:pt x="6872887" y="3909503"/>
                  <a:pt x="6854730" y="3896902"/>
                  <a:pt x="6841237" y="3879241"/>
                </a:cubicBezTo>
                <a:cubicBezTo>
                  <a:pt x="6827743" y="3861580"/>
                  <a:pt x="6820599" y="3837272"/>
                  <a:pt x="6819805" y="3806315"/>
                </a:cubicBezTo>
                <a:lnTo>
                  <a:pt x="6648355" y="3806315"/>
                </a:lnTo>
                <a:cubicBezTo>
                  <a:pt x="6648355" y="3867037"/>
                  <a:pt x="6662643" y="3916250"/>
                  <a:pt x="6691218" y="3953953"/>
                </a:cubicBezTo>
                <a:cubicBezTo>
                  <a:pt x="6719793" y="3991656"/>
                  <a:pt x="6758389" y="4019140"/>
                  <a:pt x="6807006" y="4036404"/>
                </a:cubicBezTo>
                <a:cubicBezTo>
                  <a:pt x="6855623" y="4053668"/>
                  <a:pt x="6910293" y="4062300"/>
                  <a:pt x="6971015" y="4062300"/>
                </a:cubicBezTo>
                <a:cubicBezTo>
                  <a:pt x="7031340" y="4062300"/>
                  <a:pt x="7085414" y="4054164"/>
                  <a:pt x="7133237" y="4037892"/>
                </a:cubicBezTo>
                <a:cubicBezTo>
                  <a:pt x="7181061" y="4021620"/>
                  <a:pt x="7218863" y="3996022"/>
                  <a:pt x="7246644" y="3961097"/>
                </a:cubicBezTo>
                <a:cubicBezTo>
                  <a:pt x="7274425" y="3926172"/>
                  <a:pt x="7288316" y="3880333"/>
                  <a:pt x="7288316" y="3823579"/>
                </a:cubicBezTo>
                <a:cubicBezTo>
                  <a:pt x="7288316" y="3772779"/>
                  <a:pt x="7278890" y="3731802"/>
                  <a:pt x="7260039" y="3700647"/>
                </a:cubicBezTo>
                <a:cubicBezTo>
                  <a:pt x="7241187" y="3669493"/>
                  <a:pt x="7212315" y="3644093"/>
                  <a:pt x="7173420" y="3624447"/>
                </a:cubicBezTo>
                <a:cubicBezTo>
                  <a:pt x="7134527" y="3604802"/>
                  <a:pt x="7084719" y="3586050"/>
                  <a:pt x="7023998" y="3568190"/>
                </a:cubicBezTo>
                <a:cubicBezTo>
                  <a:pt x="6973197" y="3553506"/>
                  <a:pt x="6934403" y="3540409"/>
                  <a:pt x="6907613" y="3528900"/>
                </a:cubicBezTo>
                <a:cubicBezTo>
                  <a:pt x="6880824" y="3517390"/>
                  <a:pt x="6862469" y="3505583"/>
                  <a:pt x="6852548" y="3493479"/>
                </a:cubicBezTo>
                <a:cubicBezTo>
                  <a:pt x="6842625" y="3481374"/>
                  <a:pt x="6837665" y="3467384"/>
                  <a:pt x="6837665" y="3451509"/>
                </a:cubicBezTo>
                <a:cubicBezTo>
                  <a:pt x="6837665" y="3423728"/>
                  <a:pt x="6849372" y="3403190"/>
                  <a:pt x="6872788" y="3389894"/>
                </a:cubicBezTo>
                <a:cubicBezTo>
                  <a:pt x="6896204" y="3376599"/>
                  <a:pt x="6925770" y="3369951"/>
                  <a:pt x="6961490" y="3369951"/>
                </a:cubicBezTo>
                <a:cubicBezTo>
                  <a:pt x="6997605" y="3369951"/>
                  <a:pt x="7028561" y="3378385"/>
                  <a:pt x="7054358" y="3395252"/>
                </a:cubicBezTo>
                <a:cubicBezTo>
                  <a:pt x="7080155" y="3412119"/>
                  <a:pt x="7092855" y="3437619"/>
                  <a:pt x="7092458" y="3471750"/>
                </a:cubicBezTo>
                <a:lnTo>
                  <a:pt x="7263908" y="3471750"/>
                </a:lnTo>
                <a:cubicBezTo>
                  <a:pt x="7263908" y="3418965"/>
                  <a:pt x="7250216" y="3375508"/>
                  <a:pt x="7222832" y="3341376"/>
                </a:cubicBezTo>
                <a:cubicBezTo>
                  <a:pt x="7195448" y="3307245"/>
                  <a:pt x="7158836" y="3281845"/>
                  <a:pt x="7112997" y="3265176"/>
                </a:cubicBezTo>
                <a:cubicBezTo>
                  <a:pt x="7067157" y="3248508"/>
                  <a:pt x="7016854" y="3240173"/>
                  <a:pt x="6962085" y="3240173"/>
                </a:cubicBezTo>
                <a:close/>
                <a:moveTo>
                  <a:pt x="0" y="0"/>
                </a:moveTo>
                <a:lnTo>
                  <a:pt x="12655296" y="0"/>
                </a:lnTo>
                <a:lnTo>
                  <a:pt x="12655296" y="7214616"/>
                </a:lnTo>
                <a:lnTo>
                  <a:pt x="0" y="7214616"/>
                </a:lnTo>
                <a:close/>
              </a:path>
            </a:pathLst>
          </a:custGeom>
          <a:solidFill>
            <a:schemeClr val="bg2">
              <a:lumMod val="25000"/>
              <a:alpha val="69804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 dirty="0"/>
          </a:p>
        </p:txBody>
      </p:sp>
      <p:sp>
        <p:nvSpPr>
          <p:cNvPr id="16" name="Obdélník: se zakulacenými rohy 15">
            <a:extLst>
              <a:ext uri="{FF2B5EF4-FFF2-40B4-BE49-F238E27FC236}">
                <a16:creationId xmlns:a16="http://schemas.microsoft.com/office/drawing/2014/main" id="{2B0D3294-ED97-3E71-C7EC-5ED2BD5797BB}"/>
              </a:ext>
            </a:extLst>
          </p:cNvPr>
          <p:cNvSpPr/>
          <p:nvPr/>
        </p:nvSpPr>
        <p:spPr>
          <a:xfrm>
            <a:off x="537029" y="-8737643"/>
            <a:ext cx="11117942" cy="5921828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A9A935B7-D9F2-B9AF-8372-5F7F6F5BB6D0}"/>
              </a:ext>
            </a:extLst>
          </p:cNvPr>
          <p:cNvSpPr txBox="1"/>
          <p:nvPr/>
        </p:nvSpPr>
        <p:spPr>
          <a:xfrm>
            <a:off x="2547257" y="-14135680"/>
            <a:ext cx="7097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72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Hlavní myšlenka</a:t>
            </a:r>
            <a:endParaRPr lang="cs-CZ" sz="7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3798B969-68F2-B18E-75D9-EC1C7ACEF9A4}"/>
              </a:ext>
            </a:extLst>
          </p:cNvPr>
          <p:cNvSpPr txBox="1"/>
          <p:nvPr/>
        </p:nvSpPr>
        <p:spPr>
          <a:xfrm>
            <a:off x="3590734" y="18530330"/>
            <a:ext cx="6248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Vytvořit </a:t>
            </a:r>
            <a:r>
              <a:rPr lang="cs-CZ" sz="2000" b="0" i="0" dirty="0" err="1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sandboxové</a:t>
            </a:r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 prostředí pro trénink agentů s NN pomocí evolučního algoritmu</a:t>
            </a:r>
            <a:endParaRPr lang="cs-CZ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437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DA01C-ABBA-E8C4-F255-F9295F6B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1B7653-65D7-28AD-858E-925AB9692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2835C80-2208-6D3E-DB2A-7BA37F0526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86DF53B-0176-859B-F3C0-B37E12185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Volný tvar: obrazec 9">
            <a:extLst>
              <a:ext uri="{FF2B5EF4-FFF2-40B4-BE49-F238E27FC236}">
                <a16:creationId xmlns:a16="http://schemas.microsoft.com/office/drawing/2014/main" id="{9AE7E0D4-B595-97A7-7636-66E81E225181}"/>
              </a:ext>
            </a:extLst>
          </p:cNvPr>
          <p:cNvSpPr>
            <a:spLocks noChangeAspect="1"/>
          </p:cNvSpPr>
          <p:nvPr/>
        </p:nvSpPr>
        <p:spPr>
          <a:xfrm>
            <a:off x="-977721387" y="-498296644"/>
            <a:ext cx="2147011200" cy="960226934"/>
          </a:xfrm>
          <a:custGeom>
            <a:avLst/>
            <a:gdLst/>
            <a:ahLst/>
            <a:cxnLst/>
            <a:rect l="l" t="t" r="r" b="b"/>
            <a:pathLst>
              <a:path w="12655296" h="7214616">
                <a:moveTo>
                  <a:pt x="7774091" y="3783098"/>
                </a:moveTo>
                <a:lnTo>
                  <a:pt x="7774091" y="3877158"/>
                </a:lnTo>
                <a:cubicBezTo>
                  <a:pt x="7759010" y="3897001"/>
                  <a:pt x="7738868" y="3914662"/>
                  <a:pt x="7713667" y="3930140"/>
                </a:cubicBezTo>
                <a:cubicBezTo>
                  <a:pt x="7688465" y="3945619"/>
                  <a:pt x="7660982" y="3953358"/>
                  <a:pt x="7631216" y="3953358"/>
                </a:cubicBezTo>
                <a:cubicBezTo>
                  <a:pt x="7607007" y="3953358"/>
                  <a:pt x="7587262" y="3947405"/>
                  <a:pt x="7571983" y="3935498"/>
                </a:cubicBezTo>
                <a:cubicBezTo>
                  <a:pt x="7556703" y="3923592"/>
                  <a:pt x="7549063" y="3905336"/>
                  <a:pt x="7549063" y="3880729"/>
                </a:cubicBezTo>
                <a:cubicBezTo>
                  <a:pt x="7549063" y="3846598"/>
                  <a:pt x="7565732" y="3821893"/>
                  <a:pt x="7599069" y="3806613"/>
                </a:cubicBezTo>
                <a:cubicBezTo>
                  <a:pt x="7632407" y="3791333"/>
                  <a:pt x="7690748" y="3783495"/>
                  <a:pt x="7774091" y="3783098"/>
                </a:cubicBezTo>
                <a:close/>
                <a:moveTo>
                  <a:pt x="10494669" y="3581883"/>
                </a:moveTo>
                <a:cubicBezTo>
                  <a:pt x="10529197" y="3581883"/>
                  <a:pt x="10556283" y="3590019"/>
                  <a:pt x="10575929" y="3606291"/>
                </a:cubicBezTo>
                <a:cubicBezTo>
                  <a:pt x="10595574" y="3622562"/>
                  <a:pt x="10609465" y="3644390"/>
                  <a:pt x="10617601" y="3671775"/>
                </a:cubicBezTo>
                <a:cubicBezTo>
                  <a:pt x="10625737" y="3699159"/>
                  <a:pt x="10629805" y="3729520"/>
                  <a:pt x="10629805" y="3762858"/>
                </a:cubicBezTo>
                <a:cubicBezTo>
                  <a:pt x="10629805" y="3795401"/>
                  <a:pt x="10625737" y="3825167"/>
                  <a:pt x="10617601" y="3852154"/>
                </a:cubicBezTo>
                <a:cubicBezTo>
                  <a:pt x="10609465" y="3879142"/>
                  <a:pt x="10595574" y="3900672"/>
                  <a:pt x="10575929" y="3916746"/>
                </a:cubicBezTo>
                <a:cubicBezTo>
                  <a:pt x="10556283" y="3932819"/>
                  <a:pt x="10529197" y="3940856"/>
                  <a:pt x="10494669" y="3940856"/>
                </a:cubicBezTo>
                <a:cubicBezTo>
                  <a:pt x="10460935" y="3940856"/>
                  <a:pt x="10434443" y="3932819"/>
                  <a:pt x="10415194" y="3916746"/>
                </a:cubicBezTo>
                <a:cubicBezTo>
                  <a:pt x="10395946" y="3900672"/>
                  <a:pt x="10382353" y="3879142"/>
                  <a:pt x="10374415" y="3852154"/>
                </a:cubicBezTo>
                <a:cubicBezTo>
                  <a:pt x="10366478" y="3825167"/>
                  <a:pt x="10362509" y="3795401"/>
                  <a:pt x="10362509" y="3762858"/>
                </a:cubicBezTo>
                <a:cubicBezTo>
                  <a:pt x="10362509" y="3729520"/>
                  <a:pt x="10366478" y="3699159"/>
                  <a:pt x="10374415" y="3671775"/>
                </a:cubicBezTo>
                <a:cubicBezTo>
                  <a:pt x="10382353" y="3644390"/>
                  <a:pt x="10395946" y="3622562"/>
                  <a:pt x="10415194" y="3606291"/>
                </a:cubicBezTo>
                <a:cubicBezTo>
                  <a:pt x="10434443" y="3590019"/>
                  <a:pt x="10460935" y="3581883"/>
                  <a:pt x="10494669" y="3581883"/>
                </a:cubicBezTo>
                <a:close/>
                <a:moveTo>
                  <a:pt x="5294019" y="3581883"/>
                </a:moveTo>
                <a:cubicBezTo>
                  <a:pt x="5328547" y="3581883"/>
                  <a:pt x="5355634" y="3590019"/>
                  <a:pt x="5375279" y="3606291"/>
                </a:cubicBezTo>
                <a:cubicBezTo>
                  <a:pt x="5394925" y="3622562"/>
                  <a:pt x="5408815" y="3644390"/>
                  <a:pt x="5416951" y="3671775"/>
                </a:cubicBezTo>
                <a:cubicBezTo>
                  <a:pt x="5425087" y="3699159"/>
                  <a:pt x="5429155" y="3729520"/>
                  <a:pt x="5429155" y="3762858"/>
                </a:cubicBezTo>
                <a:cubicBezTo>
                  <a:pt x="5429155" y="3795401"/>
                  <a:pt x="5425087" y="3825167"/>
                  <a:pt x="5416951" y="3852154"/>
                </a:cubicBezTo>
                <a:cubicBezTo>
                  <a:pt x="5408815" y="3879142"/>
                  <a:pt x="5394925" y="3900672"/>
                  <a:pt x="5375279" y="3916746"/>
                </a:cubicBezTo>
                <a:cubicBezTo>
                  <a:pt x="5355634" y="3932819"/>
                  <a:pt x="5328547" y="3940856"/>
                  <a:pt x="5294019" y="3940856"/>
                </a:cubicBezTo>
                <a:cubicBezTo>
                  <a:pt x="5260285" y="3940856"/>
                  <a:pt x="5233793" y="3932819"/>
                  <a:pt x="5214545" y="3916746"/>
                </a:cubicBezTo>
                <a:cubicBezTo>
                  <a:pt x="5195296" y="3900672"/>
                  <a:pt x="5181703" y="3879142"/>
                  <a:pt x="5173766" y="3852154"/>
                </a:cubicBezTo>
                <a:cubicBezTo>
                  <a:pt x="5165828" y="3825167"/>
                  <a:pt x="5161860" y="3795401"/>
                  <a:pt x="5161860" y="3762858"/>
                </a:cubicBezTo>
                <a:cubicBezTo>
                  <a:pt x="5161860" y="3729520"/>
                  <a:pt x="5165828" y="3699159"/>
                  <a:pt x="5173766" y="3671775"/>
                </a:cubicBezTo>
                <a:cubicBezTo>
                  <a:pt x="5181703" y="3644390"/>
                  <a:pt x="5195296" y="3622562"/>
                  <a:pt x="5214545" y="3606291"/>
                </a:cubicBezTo>
                <a:cubicBezTo>
                  <a:pt x="5233793" y="3590019"/>
                  <a:pt x="5260285" y="3581883"/>
                  <a:pt x="5294019" y="3581883"/>
                </a:cubicBezTo>
                <a:close/>
                <a:moveTo>
                  <a:pt x="2769895" y="3581883"/>
                </a:moveTo>
                <a:cubicBezTo>
                  <a:pt x="2804423" y="3581883"/>
                  <a:pt x="2831509" y="3590019"/>
                  <a:pt x="2851154" y="3606291"/>
                </a:cubicBezTo>
                <a:cubicBezTo>
                  <a:pt x="2870800" y="3622562"/>
                  <a:pt x="2884690" y="3644390"/>
                  <a:pt x="2892827" y="3671775"/>
                </a:cubicBezTo>
                <a:cubicBezTo>
                  <a:pt x="2900962" y="3699159"/>
                  <a:pt x="2905031" y="3729520"/>
                  <a:pt x="2905031" y="3762858"/>
                </a:cubicBezTo>
                <a:cubicBezTo>
                  <a:pt x="2905031" y="3795401"/>
                  <a:pt x="2900962" y="3825167"/>
                  <a:pt x="2892827" y="3852154"/>
                </a:cubicBezTo>
                <a:cubicBezTo>
                  <a:pt x="2884690" y="3879142"/>
                  <a:pt x="2870800" y="3900672"/>
                  <a:pt x="2851154" y="3916746"/>
                </a:cubicBezTo>
                <a:cubicBezTo>
                  <a:pt x="2831509" y="3932819"/>
                  <a:pt x="2804423" y="3940856"/>
                  <a:pt x="2769895" y="3940856"/>
                </a:cubicBezTo>
                <a:cubicBezTo>
                  <a:pt x="2736160" y="3940856"/>
                  <a:pt x="2709668" y="3932819"/>
                  <a:pt x="2690420" y="3916746"/>
                </a:cubicBezTo>
                <a:cubicBezTo>
                  <a:pt x="2671172" y="3900672"/>
                  <a:pt x="2657579" y="3879142"/>
                  <a:pt x="2649642" y="3852154"/>
                </a:cubicBezTo>
                <a:cubicBezTo>
                  <a:pt x="2641704" y="3825167"/>
                  <a:pt x="2637735" y="3795401"/>
                  <a:pt x="2637735" y="3762858"/>
                </a:cubicBezTo>
                <a:cubicBezTo>
                  <a:pt x="2637735" y="3729520"/>
                  <a:pt x="2641704" y="3699159"/>
                  <a:pt x="2649642" y="3671775"/>
                </a:cubicBezTo>
                <a:cubicBezTo>
                  <a:pt x="2657579" y="3644390"/>
                  <a:pt x="2671172" y="3622562"/>
                  <a:pt x="2690420" y="3606291"/>
                </a:cubicBezTo>
                <a:cubicBezTo>
                  <a:pt x="2709668" y="3590019"/>
                  <a:pt x="2736160" y="3581883"/>
                  <a:pt x="2769895" y="3581883"/>
                </a:cubicBezTo>
                <a:close/>
                <a:moveTo>
                  <a:pt x="9056394" y="3580692"/>
                </a:moveTo>
                <a:cubicBezTo>
                  <a:pt x="9088938" y="3580692"/>
                  <a:pt x="9116322" y="3590416"/>
                  <a:pt x="9138546" y="3609862"/>
                </a:cubicBezTo>
                <a:cubicBezTo>
                  <a:pt x="9160772" y="3629309"/>
                  <a:pt x="9178036" y="3652129"/>
                  <a:pt x="9190339" y="3678323"/>
                </a:cubicBezTo>
                <a:lnTo>
                  <a:pt x="9190339" y="3847987"/>
                </a:lnTo>
                <a:cubicBezTo>
                  <a:pt x="9177639" y="3872990"/>
                  <a:pt x="9159184" y="3894819"/>
                  <a:pt x="9134975" y="3913472"/>
                </a:cubicBezTo>
                <a:cubicBezTo>
                  <a:pt x="9110766" y="3932125"/>
                  <a:pt x="9081992" y="3941451"/>
                  <a:pt x="9048654" y="3941451"/>
                </a:cubicBezTo>
                <a:cubicBezTo>
                  <a:pt x="9012936" y="3941451"/>
                  <a:pt x="8984857" y="3926370"/>
                  <a:pt x="8964418" y="3896208"/>
                </a:cubicBezTo>
                <a:cubicBezTo>
                  <a:pt x="8943979" y="3866045"/>
                  <a:pt x="8933760" y="3819611"/>
                  <a:pt x="8933760" y="3756904"/>
                </a:cubicBezTo>
                <a:cubicBezTo>
                  <a:pt x="8933760" y="3699754"/>
                  <a:pt x="8944475" y="3656098"/>
                  <a:pt x="8965906" y="3625936"/>
                </a:cubicBezTo>
                <a:cubicBezTo>
                  <a:pt x="8987338" y="3595773"/>
                  <a:pt x="9017500" y="3580692"/>
                  <a:pt x="9056394" y="3580692"/>
                </a:cubicBezTo>
                <a:close/>
                <a:moveTo>
                  <a:pt x="9814822" y="3580097"/>
                </a:moveTo>
                <a:cubicBezTo>
                  <a:pt x="9851335" y="3580097"/>
                  <a:pt x="9879810" y="3595277"/>
                  <a:pt x="9900249" y="3625638"/>
                </a:cubicBezTo>
                <a:cubicBezTo>
                  <a:pt x="9920688" y="3655999"/>
                  <a:pt x="9930908" y="3702334"/>
                  <a:pt x="9930908" y="3764644"/>
                </a:cubicBezTo>
                <a:cubicBezTo>
                  <a:pt x="9930908" y="3822190"/>
                  <a:pt x="9920093" y="3866045"/>
                  <a:pt x="9898463" y="3896208"/>
                </a:cubicBezTo>
                <a:cubicBezTo>
                  <a:pt x="9876834" y="3926370"/>
                  <a:pt x="9846770" y="3941451"/>
                  <a:pt x="9808273" y="3941451"/>
                </a:cubicBezTo>
                <a:cubicBezTo>
                  <a:pt x="9776126" y="3941451"/>
                  <a:pt x="9748643" y="3932125"/>
                  <a:pt x="9725822" y="3913472"/>
                </a:cubicBezTo>
                <a:cubicBezTo>
                  <a:pt x="9703002" y="3894819"/>
                  <a:pt x="9685838" y="3872990"/>
                  <a:pt x="9674328" y="3847987"/>
                </a:cubicBezTo>
                <a:lnTo>
                  <a:pt x="9674328" y="3677728"/>
                </a:lnTo>
                <a:cubicBezTo>
                  <a:pt x="9686631" y="3651534"/>
                  <a:pt x="9704987" y="3628714"/>
                  <a:pt x="9729394" y="3609267"/>
                </a:cubicBezTo>
                <a:cubicBezTo>
                  <a:pt x="9753802" y="3589820"/>
                  <a:pt x="9782278" y="3580097"/>
                  <a:pt x="9814822" y="3580097"/>
                </a:cubicBezTo>
                <a:close/>
                <a:moveTo>
                  <a:pt x="10844117" y="3470559"/>
                </a:moveTo>
                <a:lnTo>
                  <a:pt x="11029134" y="3747298"/>
                </a:lnTo>
                <a:lnTo>
                  <a:pt x="10824472" y="4051584"/>
                </a:lnTo>
                <a:lnTo>
                  <a:pt x="10992350" y="4051584"/>
                </a:lnTo>
                <a:lnTo>
                  <a:pt x="11123942" y="3843410"/>
                </a:lnTo>
                <a:lnTo>
                  <a:pt x="11256073" y="4051584"/>
                </a:lnTo>
                <a:lnTo>
                  <a:pt x="11424547" y="4051584"/>
                </a:lnTo>
                <a:lnTo>
                  <a:pt x="11220518" y="3749814"/>
                </a:lnTo>
                <a:lnTo>
                  <a:pt x="11406687" y="3470559"/>
                </a:lnTo>
                <a:lnTo>
                  <a:pt x="11238214" y="3470559"/>
                </a:lnTo>
                <a:lnTo>
                  <a:pt x="11126104" y="3657587"/>
                </a:lnTo>
                <a:lnTo>
                  <a:pt x="11012590" y="3470559"/>
                </a:lnTo>
                <a:close/>
                <a:moveTo>
                  <a:pt x="4706446" y="3470559"/>
                </a:moveTo>
                <a:lnTo>
                  <a:pt x="4706446" y="4051584"/>
                </a:lnTo>
                <a:lnTo>
                  <a:pt x="4864203" y="4051584"/>
                </a:lnTo>
                <a:lnTo>
                  <a:pt x="4864203" y="3470559"/>
                </a:lnTo>
                <a:close/>
                <a:moveTo>
                  <a:pt x="3558088" y="3470559"/>
                </a:moveTo>
                <a:lnTo>
                  <a:pt x="3558088" y="3849773"/>
                </a:lnTo>
                <a:cubicBezTo>
                  <a:pt x="3558088" y="3916845"/>
                  <a:pt x="3574162" y="3968538"/>
                  <a:pt x="3606309" y="4004852"/>
                </a:cubicBezTo>
                <a:cubicBezTo>
                  <a:pt x="3638455" y="4041166"/>
                  <a:pt x="3683897" y="4059323"/>
                  <a:pt x="3742635" y="4059323"/>
                </a:cubicBezTo>
                <a:cubicBezTo>
                  <a:pt x="3793038" y="4059323"/>
                  <a:pt x="3835107" y="4049600"/>
                  <a:pt x="3868841" y="4030153"/>
                </a:cubicBezTo>
                <a:cubicBezTo>
                  <a:pt x="3902576" y="4010706"/>
                  <a:pt x="3929166" y="3988679"/>
                  <a:pt x="3948613" y="3964073"/>
                </a:cubicBezTo>
                <a:lnTo>
                  <a:pt x="3950994" y="4051584"/>
                </a:lnTo>
                <a:lnTo>
                  <a:pt x="4103394" y="4051584"/>
                </a:lnTo>
                <a:lnTo>
                  <a:pt x="4103394" y="3470559"/>
                </a:lnTo>
                <a:lnTo>
                  <a:pt x="3945636" y="3470559"/>
                </a:lnTo>
                <a:lnTo>
                  <a:pt x="3945636" y="3858703"/>
                </a:lnTo>
                <a:cubicBezTo>
                  <a:pt x="3928968" y="3878944"/>
                  <a:pt x="3909421" y="3896108"/>
                  <a:pt x="3886998" y="3910197"/>
                </a:cubicBezTo>
                <a:cubicBezTo>
                  <a:pt x="3864575" y="3924287"/>
                  <a:pt x="3837488" y="3931331"/>
                  <a:pt x="3805738" y="3931331"/>
                </a:cubicBezTo>
                <a:cubicBezTo>
                  <a:pt x="3783910" y="3931331"/>
                  <a:pt x="3766348" y="3927164"/>
                  <a:pt x="3753053" y="3918829"/>
                </a:cubicBezTo>
                <a:cubicBezTo>
                  <a:pt x="3739757" y="3910495"/>
                  <a:pt x="3730233" y="3898688"/>
                  <a:pt x="3724478" y="3883408"/>
                </a:cubicBezTo>
                <a:cubicBezTo>
                  <a:pt x="3718723" y="3868129"/>
                  <a:pt x="3715846" y="3850567"/>
                  <a:pt x="3715846" y="3830723"/>
                </a:cubicBezTo>
                <a:lnTo>
                  <a:pt x="3715846" y="3470559"/>
                </a:lnTo>
                <a:close/>
                <a:moveTo>
                  <a:pt x="1831086" y="3470559"/>
                </a:moveTo>
                <a:lnTo>
                  <a:pt x="2042422" y="4051584"/>
                </a:lnTo>
                <a:lnTo>
                  <a:pt x="2222207" y="4051584"/>
                </a:lnTo>
                <a:lnTo>
                  <a:pt x="2432948" y="3470559"/>
                </a:lnTo>
                <a:lnTo>
                  <a:pt x="2273404" y="3470559"/>
                </a:lnTo>
                <a:lnTo>
                  <a:pt x="2132315" y="3904542"/>
                </a:lnTo>
                <a:lnTo>
                  <a:pt x="1995393" y="3470559"/>
                </a:lnTo>
                <a:close/>
                <a:moveTo>
                  <a:pt x="8452748" y="3462225"/>
                </a:moveTo>
                <a:cubicBezTo>
                  <a:pt x="8401947" y="3462225"/>
                  <a:pt x="8360672" y="3471849"/>
                  <a:pt x="8328922" y="3491097"/>
                </a:cubicBezTo>
                <a:cubicBezTo>
                  <a:pt x="8297172" y="3510346"/>
                  <a:pt x="8271574" y="3532472"/>
                  <a:pt x="8252127" y="3557475"/>
                </a:cubicBezTo>
                <a:lnTo>
                  <a:pt x="8249150" y="3470559"/>
                </a:lnTo>
                <a:lnTo>
                  <a:pt x="8097345" y="3470559"/>
                </a:lnTo>
                <a:lnTo>
                  <a:pt x="8097345" y="4051584"/>
                </a:lnTo>
                <a:lnTo>
                  <a:pt x="8255104" y="4051584"/>
                </a:lnTo>
                <a:lnTo>
                  <a:pt x="8255104" y="3664036"/>
                </a:lnTo>
                <a:cubicBezTo>
                  <a:pt x="8271772" y="3643001"/>
                  <a:pt x="8291318" y="3625142"/>
                  <a:pt x="8313742" y="3610458"/>
                </a:cubicBezTo>
                <a:cubicBezTo>
                  <a:pt x="8336165" y="3595773"/>
                  <a:pt x="8363054" y="3588431"/>
                  <a:pt x="8394407" y="3588431"/>
                </a:cubicBezTo>
                <a:cubicBezTo>
                  <a:pt x="8415441" y="3588431"/>
                  <a:pt x="8432407" y="3592797"/>
                  <a:pt x="8445306" y="3601528"/>
                </a:cubicBezTo>
                <a:cubicBezTo>
                  <a:pt x="8458204" y="3610259"/>
                  <a:pt x="8467630" y="3622562"/>
                  <a:pt x="8473583" y="3638437"/>
                </a:cubicBezTo>
                <a:cubicBezTo>
                  <a:pt x="8479537" y="3654312"/>
                  <a:pt x="8482513" y="3672767"/>
                  <a:pt x="8482513" y="3693801"/>
                </a:cubicBezTo>
                <a:lnTo>
                  <a:pt x="8482513" y="4051584"/>
                </a:lnTo>
                <a:lnTo>
                  <a:pt x="8639080" y="4051584"/>
                </a:lnTo>
                <a:lnTo>
                  <a:pt x="8639080" y="3673561"/>
                </a:lnTo>
                <a:cubicBezTo>
                  <a:pt x="8639080" y="3604505"/>
                  <a:pt x="8622808" y="3552018"/>
                  <a:pt x="8590265" y="3516101"/>
                </a:cubicBezTo>
                <a:cubicBezTo>
                  <a:pt x="8557721" y="3480183"/>
                  <a:pt x="8511882" y="3462225"/>
                  <a:pt x="8452748" y="3462225"/>
                </a:cubicBezTo>
                <a:close/>
                <a:moveTo>
                  <a:pt x="6081022" y="3462225"/>
                </a:moveTo>
                <a:cubicBezTo>
                  <a:pt x="6030222" y="3462225"/>
                  <a:pt x="5988947" y="3471849"/>
                  <a:pt x="5957197" y="3491097"/>
                </a:cubicBezTo>
                <a:cubicBezTo>
                  <a:pt x="5925447" y="3510346"/>
                  <a:pt x="5899849" y="3532472"/>
                  <a:pt x="5880402" y="3557475"/>
                </a:cubicBezTo>
                <a:lnTo>
                  <a:pt x="5877425" y="3470559"/>
                </a:lnTo>
                <a:lnTo>
                  <a:pt x="5725621" y="3470559"/>
                </a:lnTo>
                <a:lnTo>
                  <a:pt x="5725621" y="4051584"/>
                </a:lnTo>
                <a:lnTo>
                  <a:pt x="5883379" y="4051584"/>
                </a:lnTo>
                <a:lnTo>
                  <a:pt x="5883379" y="3664036"/>
                </a:lnTo>
                <a:cubicBezTo>
                  <a:pt x="5900047" y="3643001"/>
                  <a:pt x="5919593" y="3625142"/>
                  <a:pt x="5942016" y="3610458"/>
                </a:cubicBezTo>
                <a:cubicBezTo>
                  <a:pt x="5964440" y="3595773"/>
                  <a:pt x="5991329" y="3588431"/>
                  <a:pt x="6022681" y="3588431"/>
                </a:cubicBezTo>
                <a:cubicBezTo>
                  <a:pt x="6043716" y="3588431"/>
                  <a:pt x="6060682" y="3592797"/>
                  <a:pt x="6073581" y="3601528"/>
                </a:cubicBezTo>
                <a:cubicBezTo>
                  <a:pt x="6086479" y="3610259"/>
                  <a:pt x="6095905" y="3622562"/>
                  <a:pt x="6101858" y="3638437"/>
                </a:cubicBezTo>
                <a:cubicBezTo>
                  <a:pt x="6107811" y="3654312"/>
                  <a:pt x="6110788" y="3672767"/>
                  <a:pt x="6110788" y="3693801"/>
                </a:cubicBezTo>
                <a:lnTo>
                  <a:pt x="6110788" y="4051584"/>
                </a:lnTo>
                <a:lnTo>
                  <a:pt x="6267355" y="4051584"/>
                </a:lnTo>
                <a:lnTo>
                  <a:pt x="6267355" y="3673561"/>
                </a:lnTo>
                <a:cubicBezTo>
                  <a:pt x="6267355" y="3604505"/>
                  <a:pt x="6251083" y="3552018"/>
                  <a:pt x="6218539" y="3516101"/>
                </a:cubicBezTo>
                <a:cubicBezTo>
                  <a:pt x="6185996" y="3480183"/>
                  <a:pt x="6140156" y="3462225"/>
                  <a:pt x="6081022" y="3462225"/>
                </a:cubicBezTo>
                <a:close/>
                <a:moveTo>
                  <a:pt x="7678841" y="3461629"/>
                </a:moveTo>
                <a:cubicBezTo>
                  <a:pt x="7628438" y="3461629"/>
                  <a:pt x="7584087" y="3467979"/>
                  <a:pt x="7545789" y="3480679"/>
                </a:cubicBezTo>
                <a:cubicBezTo>
                  <a:pt x="7507490" y="3493379"/>
                  <a:pt x="7477526" y="3514215"/>
                  <a:pt x="7455897" y="3543187"/>
                </a:cubicBezTo>
                <a:cubicBezTo>
                  <a:pt x="7434267" y="3572159"/>
                  <a:pt x="7423452" y="3611450"/>
                  <a:pt x="7423452" y="3661059"/>
                </a:cubicBezTo>
                <a:lnTo>
                  <a:pt x="7571090" y="3661059"/>
                </a:lnTo>
                <a:cubicBezTo>
                  <a:pt x="7571090" y="3627722"/>
                  <a:pt x="7581210" y="3603612"/>
                  <a:pt x="7601451" y="3588729"/>
                </a:cubicBezTo>
                <a:cubicBezTo>
                  <a:pt x="7621691" y="3573846"/>
                  <a:pt x="7647488" y="3566404"/>
                  <a:pt x="7678841" y="3566404"/>
                </a:cubicBezTo>
                <a:cubicBezTo>
                  <a:pt x="7707416" y="3566404"/>
                  <a:pt x="7730732" y="3573350"/>
                  <a:pt x="7748791" y="3587240"/>
                </a:cubicBezTo>
                <a:cubicBezTo>
                  <a:pt x="7766848" y="3601131"/>
                  <a:pt x="7775877" y="3626928"/>
                  <a:pt x="7775877" y="3664631"/>
                </a:cubicBezTo>
                <a:lnTo>
                  <a:pt x="7775877" y="3695587"/>
                </a:lnTo>
                <a:cubicBezTo>
                  <a:pt x="7699280" y="3697175"/>
                  <a:pt x="7632109" y="3702830"/>
                  <a:pt x="7574364" y="3712554"/>
                </a:cubicBezTo>
                <a:cubicBezTo>
                  <a:pt x="7516619" y="3722277"/>
                  <a:pt x="7471673" y="3740732"/>
                  <a:pt x="7439526" y="3767918"/>
                </a:cubicBezTo>
                <a:cubicBezTo>
                  <a:pt x="7407379" y="3795104"/>
                  <a:pt x="7391305" y="3835486"/>
                  <a:pt x="7391305" y="3889064"/>
                </a:cubicBezTo>
                <a:cubicBezTo>
                  <a:pt x="7391305" y="3927561"/>
                  <a:pt x="7400136" y="3959608"/>
                  <a:pt x="7417797" y="3985207"/>
                </a:cubicBezTo>
                <a:cubicBezTo>
                  <a:pt x="7435457" y="4010805"/>
                  <a:pt x="7458576" y="4029955"/>
                  <a:pt x="7487151" y="4042655"/>
                </a:cubicBezTo>
                <a:cubicBezTo>
                  <a:pt x="7515726" y="4055354"/>
                  <a:pt x="7546483" y="4061705"/>
                  <a:pt x="7579424" y="4061705"/>
                </a:cubicBezTo>
                <a:cubicBezTo>
                  <a:pt x="7621890" y="4061705"/>
                  <a:pt x="7659394" y="4054462"/>
                  <a:pt x="7691938" y="4039976"/>
                </a:cubicBezTo>
                <a:cubicBezTo>
                  <a:pt x="7724482" y="4025490"/>
                  <a:pt x="7753057" y="4004158"/>
                  <a:pt x="7777663" y="3975980"/>
                </a:cubicBezTo>
                <a:lnTo>
                  <a:pt x="7782426" y="4051584"/>
                </a:lnTo>
                <a:lnTo>
                  <a:pt x="7930063" y="4051584"/>
                </a:lnTo>
                <a:lnTo>
                  <a:pt x="7930063" y="3661654"/>
                </a:lnTo>
                <a:cubicBezTo>
                  <a:pt x="7930063" y="3622761"/>
                  <a:pt x="7923911" y="3590316"/>
                  <a:pt x="7911608" y="3564321"/>
                </a:cubicBezTo>
                <a:cubicBezTo>
                  <a:pt x="7899305" y="3538326"/>
                  <a:pt x="7881942" y="3517787"/>
                  <a:pt x="7859519" y="3502706"/>
                </a:cubicBezTo>
                <a:cubicBezTo>
                  <a:pt x="7837095" y="3487625"/>
                  <a:pt x="7810604" y="3477008"/>
                  <a:pt x="7780044" y="3470857"/>
                </a:cubicBezTo>
                <a:cubicBezTo>
                  <a:pt x="7749485" y="3464705"/>
                  <a:pt x="7715751" y="3461629"/>
                  <a:pt x="7678841" y="3461629"/>
                </a:cubicBezTo>
                <a:close/>
                <a:moveTo>
                  <a:pt x="10494669" y="3460439"/>
                </a:moveTo>
                <a:cubicBezTo>
                  <a:pt x="10435931" y="3460439"/>
                  <a:pt x="10384437" y="3472246"/>
                  <a:pt x="10340185" y="3495860"/>
                </a:cubicBezTo>
                <a:cubicBezTo>
                  <a:pt x="10295934" y="3519474"/>
                  <a:pt x="10261703" y="3553804"/>
                  <a:pt x="10237494" y="3598849"/>
                </a:cubicBezTo>
                <a:cubicBezTo>
                  <a:pt x="10213285" y="3643894"/>
                  <a:pt x="10201180" y="3698564"/>
                  <a:pt x="10201180" y="3762858"/>
                </a:cubicBezTo>
                <a:cubicBezTo>
                  <a:pt x="10201180" y="3825961"/>
                  <a:pt x="10213285" y="3879737"/>
                  <a:pt x="10237494" y="3924187"/>
                </a:cubicBezTo>
                <a:cubicBezTo>
                  <a:pt x="10261703" y="3968637"/>
                  <a:pt x="10295934" y="4002570"/>
                  <a:pt x="10340185" y="4025986"/>
                </a:cubicBezTo>
                <a:cubicBezTo>
                  <a:pt x="10384437" y="4049401"/>
                  <a:pt x="10435931" y="4061109"/>
                  <a:pt x="10494669" y="4061109"/>
                </a:cubicBezTo>
                <a:cubicBezTo>
                  <a:pt x="10554200" y="4061109"/>
                  <a:pt x="10606091" y="4049401"/>
                  <a:pt x="10650343" y="4025986"/>
                </a:cubicBezTo>
                <a:cubicBezTo>
                  <a:pt x="10694595" y="4002570"/>
                  <a:pt x="10729023" y="3968637"/>
                  <a:pt x="10753630" y="3924187"/>
                </a:cubicBezTo>
                <a:cubicBezTo>
                  <a:pt x="10778236" y="3879737"/>
                  <a:pt x="10790539" y="3825961"/>
                  <a:pt x="10790539" y="3762858"/>
                </a:cubicBezTo>
                <a:cubicBezTo>
                  <a:pt x="10790539" y="3698564"/>
                  <a:pt x="10778236" y="3643894"/>
                  <a:pt x="10753630" y="3598849"/>
                </a:cubicBezTo>
                <a:cubicBezTo>
                  <a:pt x="10729023" y="3553804"/>
                  <a:pt x="10694595" y="3519474"/>
                  <a:pt x="10650343" y="3495860"/>
                </a:cubicBezTo>
                <a:cubicBezTo>
                  <a:pt x="10606091" y="3472246"/>
                  <a:pt x="10554200" y="3460439"/>
                  <a:pt x="10494669" y="3460439"/>
                </a:cubicBezTo>
                <a:close/>
                <a:moveTo>
                  <a:pt x="5294019" y="3460439"/>
                </a:moveTo>
                <a:cubicBezTo>
                  <a:pt x="5235282" y="3460439"/>
                  <a:pt x="5183787" y="3472246"/>
                  <a:pt x="5139535" y="3495860"/>
                </a:cubicBezTo>
                <a:cubicBezTo>
                  <a:pt x="5095284" y="3519474"/>
                  <a:pt x="5061053" y="3553804"/>
                  <a:pt x="5036844" y="3598849"/>
                </a:cubicBezTo>
                <a:cubicBezTo>
                  <a:pt x="5012635" y="3643894"/>
                  <a:pt x="5000530" y="3698564"/>
                  <a:pt x="5000530" y="3762858"/>
                </a:cubicBezTo>
                <a:cubicBezTo>
                  <a:pt x="5000530" y="3825961"/>
                  <a:pt x="5012635" y="3879737"/>
                  <a:pt x="5036844" y="3924187"/>
                </a:cubicBezTo>
                <a:cubicBezTo>
                  <a:pt x="5061053" y="3968637"/>
                  <a:pt x="5095284" y="4002570"/>
                  <a:pt x="5139535" y="4025986"/>
                </a:cubicBezTo>
                <a:cubicBezTo>
                  <a:pt x="5183787" y="4049401"/>
                  <a:pt x="5235282" y="4061109"/>
                  <a:pt x="5294019" y="4061109"/>
                </a:cubicBezTo>
                <a:cubicBezTo>
                  <a:pt x="5353551" y="4061109"/>
                  <a:pt x="5405442" y="4049401"/>
                  <a:pt x="5449693" y="4025986"/>
                </a:cubicBezTo>
                <a:cubicBezTo>
                  <a:pt x="5493945" y="4002570"/>
                  <a:pt x="5528374" y="3968637"/>
                  <a:pt x="5552981" y="3924187"/>
                </a:cubicBezTo>
                <a:cubicBezTo>
                  <a:pt x="5577586" y="3879737"/>
                  <a:pt x="5589889" y="3825961"/>
                  <a:pt x="5589889" y="3762858"/>
                </a:cubicBezTo>
                <a:cubicBezTo>
                  <a:pt x="5589889" y="3698564"/>
                  <a:pt x="5577586" y="3643894"/>
                  <a:pt x="5552981" y="3598849"/>
                </a:cubicBezTo>
                <a:cubicBezTo>
                  <a:pt x="5528374" y="3553804"/>
                  <a:pt x="5493945" y="3519474"/>
                  <a:pt x="5449693" y="3495860"/>
                </a:cubicBezTo>
                <a:cubicBezTo>
                  <a:pt x="5405442" y="3472246"/>
                  <a:pt x="5353551" y="3460439"/>
                  <a:pt x="5294019" y="3460439"/>
                </a:cubicBezTo>
                <a:close/>
                <a:moveTo>
                  <a:pt x="2769895" y="3460439"/>
                </a:moveTo>
                <a:cubicBezTo>
                  <a:pt x="2711157" y="3460439"/>
                  <a:pt x="2659662" y="3472246"/>
                  <a:pt x="2615411" y="3495860"/>
                </a:cubicBezTo>
                <a:cubicBezTo>
                  <a:pt x="2571159" y="3519474"/>
                  <a:pt x="2536929" y="3553804"/>
                  <a:pt x="2512719" y="3598849"/>
                </a:cubicBezTo>
                <a:cubicBezTo>
                  <a:pt x="2488510" y="3643894"/>
                  <a:pt x="2476405" y="3698564"/>
                  <a:pt x="2476405" y="3762858"/>
                </a:cubicBezTo>
                <a:cubicBezTo>
                  <a:pt x="2476405" y="3825961"/>
                  <a:pt x="2488510" y="3879737"/>
                  <a:pt x="2512719" y="3924187"/>
                </a:cubicBezTo>
                <a:cubicBezTo>
                  <a:pt x="2536929" y="3968637"/>
                  <a:pt x="2571159" y="4002570"/>
                  <a:pt x="2615411" y="4025986"/>
                </a:cubicBezTo>
                <a:cubicBezTo>
                  <a:pt x="2659662" y="4049401"/>
                  <a:pt x="2711157" y="4061109"/>
                  <a:pt x="2769895" y="4061109"/>
                </a:cubicBezTo>
                <a:cubicBezTo>
                  <a:pt x="2829426" y="4061109"/>
                  <a:pt x="2881317" y="4049401"/>
                  <a:pt x="2925569" y="4025986"/>
                </a:cubicBezTo>
                <a:cubicBezTo>
                  <a:pt x="2969820" y="4002570"/>
                  <a:pt x="3004249" y="3968637"/>
                  <a:pt x="3028855" y="3924187"/>
                </a:cubicBezTo>
                <a:cubicBezTo>
                  <a:pt x="3053461" y="3879737"/>
                  <a:pt x="3065765" y="3825961"/>
                  <a:pt x="3065765" y="3762858"/>
                </a:cubicBezTo>
                <a:cubicBezTo>
                  <a:pt x="3065765" y="3698564"/>
                  <a:pt x="3053461" y="3643894"/>
                  <a:pt x="3028855" y="3598849"/>
                </a:cubicBezTo>
                <a:cubicBezTo>
                  <a:pt x="3004249" y="3553804"/>
                  <a:pt x="2969820" y="3519474"/>
                  <a:pt x="2925569" y="3495860"/>
                </a:cubicBezTo>
                <a:cubicBezTo>
                  <a:pt x="2881317" y="3472246"/>
                  <a:pt x="2829426" y="3460439"/>
                  <a:pt x="2769895" y="3460439"/>
                </a:cubicBezTo>
                <a:close/>
                <a:moveTo>
                  <a:pt x="4293299" y="3333637"/>
                </a:moveTo>
                <a:lnTo>
                  <a:pt x="4293299" y="3470559"/>
                </a:lnTo>
                <a:lnTo>
                  <a:pt x="4196858" y="3470559"/>
                </a:lnTo>
                <a:lnTo>
                  <a:pt x="4196858" y="3592003"/>
                </a:lnTo>
                <a:lnTo>
                  <a:pt x="4293299" y="3592003"/>
                </a:lnTo>
                <a:lnTo>
                  <a:pt x="4293299" y="3849178"/>
                </a:lnTo>
                <a:cubicBezTo>
                  <a:pt x="4293299" y="3896803"/>
                  <a:pt x="4299649" y="3935399"/>
                  <a:pt x="4312349" y="3964966"/>
                </a:cubicBezTo>
                <a:cubicBezTo>
                  <a:pt x="4325049" y="3994533"/>
                  <a:pt x="4347572" y="4016362"/>
                  <a:pt x="4379917" y="4030451"/>
                </a:cubicBezTo>
                <a:cubicBezTo>
                  <a:pt x="4412263" y="4044540"/>
                  <a:pt x="4457804" y="4051584"/>
                  <a:pt x="4516541" y="4051584"/>
                </a:cubicBezTo>
                <a:lnTo>
                  <a:pt x="4577858" y="4051584"/>
                </a:lnTo>
                <a:lnTo>
                  <a:pt x="4577858" y="3929545"/>
                </a:lnTo>
                <a:lnTo>
                  <a:pt x="4521899" y="3929545"/>
                </a:lnTo>
                <a:cubicBezTo>
                  <a:pt x="4491736" y="3929545"/>
                  <a:pt x="4472389" y="3922203"/>
                  <a:pt x="4463856" y="3907519"/>
                </a:cubicBezTo>
                <a:cubicBezTo>
                  <a:pt x="4455323" y="3892834"/>
                  <a:pt x="4451057" y="3870212"/>
                  <a:pt x="4451057" y="3839653"/>
                </a:cubicBezTo>
                <a:lnTo>
                  <a:pt x="4451057" y="3592003"/>
                </a:lnTo>
                <a:lnTo>
                  <a:pt x="4577858" y="3592003"/>
                </a:lnTo>
                <a:lnTo>
                  <a:pt x="4577858" y="3470559"/>
                </a:lnTo>
                <a:lnTo>
                  <a:pt x="4451057" y="3470559"/>
                </a:lnTo>
                <a:lnTo>
                  <a:pt x="4451057" y="3333637"/>
                </a:lnTo>
                <a:close/>
                <a:moveTo>
                  <a:pt x="9516570" y="3250294"/>
                </a:moveTo>
                <a:lnTo>
                  <a:pt x="9516570" y="4051584"/>
                </a:lnTo>
                <a:lnTo>
                  <a:pt x="9665994" y="4051584"/>
                </a:lnTo>
                <a:lnTo>
                  <a:pt x="9672542" y="3970622"/>
                </a:lnTo>
                <a:cubicBezTo>
                  <a:pt x="9691989" y="3999197"/>
                  <a:pt x="9715405" y="4021620"/>
                  <a:pt x="9742789" y="4037892"/>
                </a:cubicBezTo>
                <a:cubicBezTo>
                  <a:pt x="9770173" y="4054164"/>
                  <a:pt x="9805098" y="4062300"/>
                  <a:pt x="9847564" y="4062300"/>
                </a:cubicBezTo>
                <a:cubicBezTo>
                  <a:pt x="9893602" y="4062300"/>
                  <a:pt x="9935075" y="4051485"/>
                  <a:pt x="9971984" y="4029855"/>
                </a:cubicBezTo>
                <a:cubicBezTo>
                  <a:pt x="10008894" y="4008226"/>
                  <a:pt x="10038163" y="3975186"/>
                  <a:pt x="10059793" y="3930736"/>
                </a:cubicBezTo>
                <a:cubicBezTo>
                  <a:pt x="10081423" y="3886286"/>
                  <a:pt x="10092237" y="3829929"/>
                  <a:pt x="10092237" y="3761667"/>
                </a:cubicBezTo>
                <a:cubicBezTo>
                  <a:pt x="10092237" y="3693008"/>
                  <a:pt x="10082117" y="3636552"/>
                  <a:pt x="10061876" y="3592301"/>
                </a:cubicBezTo>
                <a:cubicBezTo>
                  <a:pt x="10041636" y="3548049"/>
                  <a:pt x="10014053" y="3515109"/>
                  <a:pt x="9979128" y="3493479"/>
                </a:cubicBezTo>
                <a:cubicBezTo>
                  <a:pt x="9944203" y="3471849"/>
                  <a:pt x="9904516" y="3461034"/>
                  <a:pt x="9860065" y="3461034"/>
                </a:cubicBezTo>
                <a:cubicBezTo>
                  <a:pt x="9816409" y="3461034"/>
                  <a:pt x="9779698" y="3469468"/>
                  <a:pt x="9749933" y="3486335"/>
                </a:cubicBezTo>
                <a:cubicBezTo>
                  <a:pt x="9720167" y="3503202"/>
                  <a:pt x="9694966" y="3525725"/>
                  <a:pt x="9674328" y="3553903"/>
                </a:cubicBezTo>
                <a:lnTo>
                  <a:pt x="9674328" y="3250294"/>
                </a:lnTo>
                <a:close/>
                <a:moveTo>
                  <a:pt x="9190339" y="3250294"/>
                </a:moveTo>
                <a:lnTo>
                  <a:pt x="9190339" y="3551522"/>
                </a:lnTo>
                <a:cubicBezTo>
                  <a:pt x="9173274" y="3524534"/>
                  <a:pt x="9150254" y="3502706"/>
                  <a:pt x="9121282" y="3486037"/>
                </a:cubicBezTo>
                <a:cubicBezTo>
                  <a:pt x="9092311" y="3469369"/>
                  <a:pt x="9057584" y="3461034"/>
                  <a:pt x="9017103" y="3461034"/>
                </a:cubicBezTo>
                <a:cubicBezTo>
                  <a:pt x="8971066" y="3461034"/>
                  <a:pt x="8929592" y="3471750"/>
                  <a:pt x="8892682" y="3493181"/>
                </a:cubicBezTo>
                <a:cubicBezTo>
                  <a:pt x="8855774" y="3514612"/>
                  <a:pt x="8826504" y="3547156"/>
                  <a:pt x="8804874" y="3590812"/>
                </a:cubicBezTo>
                <a:cubicBezTo>
                  <a:pt x="8783244" y="3634469"/>
                  <a:pt x="8772430" y="3689833"/>
                  <a:pt x="8772430" y="3756904"/>
                </a:cubicBezTo>
                <a:cubicBezTo>
                  <a:pt x="8772430" y="3826358"/>
                  <a:pt x="8782451" y="3883607"/>
                  <a:pt x="8802494" y="3928652"/>
                </a:cubicBezTo>
                <a:cubicBezTo>
                  <a:pt x="8822535" y="3973697"/>
                  <a:pt x="8849920" y="4007134"/>
                  <a:pt x="8884646" y="4028962"/>
                </a:cubicBezTo>
                <a:cubicBezTo>
                  <a:pt x="8919373" y="4050790"/>
                  <a:pt x="8958564" y="4061705"/>
                  <a:pt x="9002220" y="4061705"/>
                </a:cubicBezTo>
                <a:cubicBezTo>
                  <a:pt x="9045877" y="4061705"/>
                  <a:pt x="9082984" y="4053370"/>
                  <a:pt x="9113544" y="4036701"/>
                </a:cubicBezTo>
                <a:cubicBezTo>
                  <a:pt x="9144104" y="4020033"/>
                  <a:pt x="9169702" y="3997411"/>
                  <a:pt x="9190339" y="3968836"/>
                </a:cubicBezTo>
                <a:lnTo>
                  <a:pt x="9196888" y="4051584"/>
                </a:lnTo>
                <a:lnTo>
                  <a:pt x="9348096" y="4051584"/>
                </a:lnTo>
                <a:lnTo>
                  <a:pt x="9348096" y="3250294"/>
                </a:lnTo>
                <a:close/>
                <a:moveTo>
                  <a:pt x="3196138" y="3250294"/>
                </a:moveTo>
                <a:lnTo>
                  <a:pt x="3196138" y="3849178"/>
                </a:lnTo>
                <a:cubicBezTo>
                  <a:pt x="3196138" y="3896803"/>
                  <a:pt x="3202488" y="3935399"/>
                  <a:pt x="3215188" y="3964966"/>
                </a:cubicBezTo>
                <a:cubicBezTo>
                  <a:pt x="3227888" y="3994533"/>
                  <a:pt x="3250312" y="4016362"/>
                  <a:pt x="3282459" y="4030451"/>
                </a:cubicBezTo>
                <a:cubicBezTo>
                  <a:pt x="3314605" y="4044540"/>
                  <a:pt x="3360246" y="4051584"/>
                  <a:pt x="3419380" y="4051584"/>
                </a:cubicBezTo>
                <a:lnTo>
                  <a:pt x="3460457" y="4051584"/>
                </a:lnTo>
                <a:lnTo>
                  <a:pt x="3460457" y="3928354"/>
                </a:lnTo>
                <a:lnTo>
                  <a:pt x="3424143" y="3928354"/>
                </a:lnTo>
                <a:cubicBezTo>
                  <a:pt x="3393583" y="3928354"/>
                  <a:pt x="3374136" y="3921211"/>
                  <a:pt x="3365802" y="3906923"/>
                </a:cubicBezTo>
                <a:cubicBezTo>
                  <a:pt x="3357468" y="3892636"/>
                  <a:pt x="3353301" y="3870212"/>
                  <a:pt x="3353301" y="3839653"/>
                </a:cubicBezTo>
                <a:lnTo>
                  <a:pt x="3353301" y="3250294"/>
                </a:lnTo>
                <a:close/>
                <a:moveTo>
                  <a:pt x="1222082" y="3250294"/>
                </a:moveTo>
                <a:lnTo>
                  <a:pt x="1222082" y="4051584"/>
                </a:lnTo>
                <a:lnTo>
                  <a:pt x="1759649" y="4051584"/>
                </a:lnTo>
                <a:lnTo>
                  <a:pt x="1759649" y="3912876"/>
                </a:lnTo>
                <a:lnTo>
                  <a:pt x="1389365" y="3912876"/>
                </a:lnTo>
                <a:lnTo>
                  <a:pt x="1389365" y="3709279"/>
                </a:lnTo>
                <a:lnTo>
                  <a:pt x="1725121" y="3709279"/>
                </a:lnTo>
                <a:lnTo>
                  <a:pt x="1725121" y="3575334"/>
                </a:lnTo>
                <a:lnTo>
                  <a:pt x="1389365" y="3575334"/>
                </a:lnTo>
                <a:lnTo>
                  <a:pt x="1389365" y="3389001"/>
                </a:lnTo>
                <a:lnTo>
                  <a:pt x="1759649" y="3389001"/>
                </a:lnTo>
                <a:lnTo>
                  <a:pt x="1759649" y="3250294"/>
                </a:lnTo>
                <a:close/>
                <a:moveTo>
                  <a:pt x="4785622" y="3240769"/>
                </a:moveTo>
                <a:cubicBezTo>
                  <a:pt x="4756650" y="3240769"/>
                  <a:pt x="4734524" y="3248012"/>
                  <a:pt x="4719245" y="3262497"/>
                </a:cubicBezTo>
                <a:cubicBezTo>
                  <a:pt x="4703965" y="3276983"/>
                  <a:pt x="4696325" y="3295339"/>
                  <a:pt x="4696325" y="3317564"/>
                </a:cubicBezTo>
                <a:cubicBezTo>
                  <a:pt x="4696325" y="3339392"/>
                  <a:pt x="4703965" y="3357648"/>
                  <a:pt x="4719245" y="3372333"/>
                </a:cubicBezTo>
                <a:cubicBezTo>
                  <a:pt x="4734524" y="3387017"/>
                  <a:pt x="4756650" y="3394359"/>
                  <a:pt x="4785622" y="3394359"/>
                </a:cubicBezTo>
                <a:cubicBezTo>
                  <a:pt x="4814594" y="3394359"/>
                  <a:pt x="4836720" y="3387017"/>
                  <a:pt x="4852000" y="3372333"/>
                </a:cubicBezTo>
                <a:cubicBezTo>
                  <a:pt x="4867279" y="3357648"/>
                  <a:pt x="4874919" y="3339392"/>
                  <a:pt x="4874919" y="3317564"/>
                </a:cubicBezTo>
                <a:cubicBezTo>
                  <a:pt x="4874919" y="3295339"/>
                  <a:pt x="4867279" y="3276983"/>
                  <a:pt x="4852000" y="3262497"/>
                </a:cubicBezTo>
                <a:cubicBezTo>
                  <a:pt x="4836720" y="3248012"/>
                  <a:pt x="4814594" y="3240769"/>
                  <a:pt x="4785622" y="3240769"/>
                </a:cubicBezTo>
                <a:close/>
                <a:moveTo>
                  <a:pt x="6962085" y="3240173"/>
                </a:moveTo>
                <a:cubicBezTo>
                  <a:pt x="6904538" y="3240173"/>
                  <a:pt x="6853539" y="3247912"/>
                  <a:pt x="6809090" y="3263390"/>
                </a:cubicBezTo>
                <a:cubicBezTo>
                  <a:pt x="6764640" y="3278869"/>
                  <a:pt x="6729814" y="3302979"/>
                  <a:pt x="6704612" y="3335721"/>
                </a:cubicBezTo>
                <a:cubicBezTo>
                  <a:pt x="6679410" y="3368463"/>
                  <a:pt x="6666810" y="3410829"/>
                  <a:pt x="6666810" y="3462820"/>
                </a:cubicBezTo>
                <a:cubicBezTo>
                  <a:pt x="6666810" y="3511239"/>
                  <a:pt x="6677823" y="3550529"/>
                  <a:pt x="6699850" y="3580692"/>
                </a:cubicBezTo>
                <a:cubicBezTo>
                  <a:pt x="6721876" y="3610854"/>
                  <a:pt x="6753031" y="3635461"/>
                  <a:pt x="6793314" y="3654511"/>
                </a:cubicBezTo>
                <a:cubicBezTo>
                  <a:pt x="6833596" y="3673561"/>
                  <a:pt x="6881321" y="3691023"/>
                  <a:pt x="6936487" y="3706898"/>
                </a:cubicBezTo>
                <a:cubicBezTo>
                  <a:pt x="6983715" y="3719995"/>
                  <a:pt x="7020425" y="3732199"/>
                  <a:pt x="7046619" y="3743510"/>
                </a:cubicBezTo>
                <a:cubicBezTo>
                  <a:pt x="7072813" y="3754821"/>
                  <a:pt x="7091069" y="3767322"/>
                  <a:pt x="7101388" y="3781015"/>
                </a:cubicBezTo>
                <a:cubicBezTo>
                  <a:pt x="7111707" y="3794707"/>
                  <a:pt x="7116866" y="3812070"/>
                  <a:pt x="7116866" y="3833104"/>
                </a:cubicBezTo>
                <a:cubicBezTo>
                  <a:pt x="7116866" y="3854933"/>
                  <a:pt x="7110814" y="3872891"/>
                  <a:pt x="7098709" y="3886980"/>
                </a:cubicBezTo>
                <a:cubicBezTo>
                  <a:pt x="7086604" y="3901069"/>
                  <a:pt x="7069837" y="3911487"/>
                  <a:pt x="7048405" y="3918234"/>
                </a:cubicBezTo>
                <a:cubicBezTo>
                  <a:pt x="7026974" y="3924981"/>
                  <a:pt x="7002169" y="3928354"/>
                  <a:pt x="6973991" y="3928354"/>
                </a:cubicBezTo>
                <a:cubicBezTo>
                  <a:pt x="6944622" y="3928354"/>
                  <a:pt x="6918528" y="3924584"/>
                  <a:pt x="6895707" y="3917044"/>
                </a:cubicBezTo>
                <a:cubicBezTo>
                  <a:pt x="6872887" y="3909503"/>
                  <a:pt x="6854730" y="3896902"/>
                  <a:pt x="6841237" y="3879241"/>
                </a:cubicBezTo>
                <a:cubicBezTo>
                  <a:pt x="6827743" y="3861580"/>
                  <a:pt x="6820599" y="3837272"/>
                  <a:pt x="6819805" y="3806315"/>
                </a:cubicBezTo>
                <a:lnTo>
                  <a:pt x="6648355" y="3806315"/>
                </a:lnTo>
                <a:cubicBezTo>
                  <a:pt x="6648355" y="3867037"/>
                  <a:pt x="6662643" y="3916250"/>
                  <a:pt x="6691218" y="3953953"/>
                </a:cubicBezTo>
                <a:cubicBezTo>
                  <a:pt x="6719793" y="3991656"/>
                  <a:pt x="6758389" y="4019140"/>
                  <a:pt x="6807006" y="4036404"/>
                </a:cubicBezTo>
                <a:cubicBezTo>
                  <a:pt x="6855623" y="4053668"/>
                  <a:pt x="6910293" y="4062300"/>
                  <a:pt x="6971015" y="4062300"/>
                </a:cubicBezTo>
                <a:cubicBezTo>
                  <a:pt x="7031340" y="4062300"/>
                  <a:pt x="7085414" y="4054164"/>
                  <a:pt x="7133237" y="4037892"/>
                </a:cubicBezTo>
                <a:cubicBezTo>
                  <a:pt x="7181061" y="4021620"/>
                  <a:pt x="7218863" y="3996022"/>
                  <a:pt x="7246644" y="3961097"/>
                </a:cubicBezTo>
                <a:cubicBezTo>
                  <a:pt x="7274425" y="3926172"/>
                  <a:pt x="7288316" y="3880333"/>
                  <a:pt x="7288316" y="3823579"/>
                </a:cubicBezTo>
                <a:cubicBezTo>
                  <a:pt x="7288316" y="3772779"/>
                  <a:pt x="7278890" y="3731802"/>
                  <a:pt x="7260039" y="3700647"/>
                </a:cubicBezTo>
                <a:cubicBezTo>
                  <a:pt x="7241187" y="3669493"/>
                  <a:pt x="7212315" y="3644093"/>
                  <a:pt x="7173420" y="3624447"/>
                </a:cubicBezTo>
                <a:cubicBezTo>
                  <a:pt x="7134527" y="3604802"/>
                  <a:pt x="7084719" y="3586050"/>
                  <a:pt x="7023998" y="3568190"/>
                </a:cubicBezTo>
                <a:cubicBezTo>
                  <a:pt x="6973197" y="3553506"/>
                  <a:pt x="6934403" y="3540409"/>
                  <a:pt x="6907613" y="3528900"/>
                </a:cubicBezTo>
                <a:cubicBezTo>
                  <a:pt x="6880824" y="3517390"/>
                  <a:pt x="6862469" y="3505583"/>
                  <a:pt x="6852548" y="3493479"/>
                </a:cubicBezTo>
                <a:cubicBezTo>
                  <a:pt x="6842625" y="3481374"/>
                  <a:pt x="6837665" y="3467384"/>
                  <a:pt x="6837665" y="3451509"/>
                </a:cubicBezTo>
                <a:cubicBezTo>
                  <a:pt x="6837665" y="3423728"/>
                  <a:pt x="6849372" y="3403190"/>
                  <a:pt x="6872788" y="3389894"/>
                </a:cubicBezTo>
                <a:cubicBezTo>
                  <a:pt x="6896204" y="3376599"/>
                  <a:pt x="6925770" y="3369951"/>
                  <a:pt x="6961490" y="3369951"/>
                </a:cubicBezTo>
                <a:cubicBezTo>
                  <a:pt x="6997605" y="3369951"/>
                  <a:pt x="7028561" y="3378385"/>
                  <a:pt x="7054358" y="3395252"/>
                </a:cubicBezTo>
                <a:cubicBezTo>
                  <a:pt x="7080155" y="3412119"/>
                  <a:pt x="7092855" y="3437619"/>
                  <a:pt x="7092458" y="3471750"/>
                </a:cubicBezTo>
                <a:lnTo>
                  <a:pt x="7263908" y="3471750"/>
                </a:lnTo>
                <a:cubicBezTo>
                  <a:pt x="7263908" y="3418965"/>
                  <a:pt x="7250216" y="3375508"/>
                  <a:pt x="7222832" y="3341376"/>
                </a:cubicBezTo>
                <a:cubicBezTo>
                  <a:pt x="7195448" y="3307245"/>
                  <a:pt x="7158836" y="3281845"/>
                  <a:pt x="7112997" y="3265176"/>
                </a:cubicBezTo>
                <a:cubicBezTo>
                  <a:pt x="7067157" y="3248508"/>
                  <a:pt x="7016854" y="3240173"/>
                  <a:pt x="6962085" y="3240173"/>
                </a:cubicBezTo>
                <a:close/>
                <a:moveTo>
                  <a:pt x="0" y="0"/>
                </a:moveTo>
                <a:lnTo>
                  <a:pt x="12655296" y="0"/>
                </a:lnTo>
                <a:lnTo>
                  <a:pt x="12655296" y="7214616"/>
                </a:lnTo>
                <a:lnTo>
                  <a:pt x="0" y="7214616"/>
                </a:lnTo>
                <a:close/>
              </a:path>
            </a:pathLst>
          </a:custGeom>
          <a:solidFill>
            <a:schemeClr val="bg2">
              <a:lumMod val="10000"/>
              <a:alpha val="69804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cs-CZ" dirty="0"/>
          </a:p>
        </p:txBody>
      </p:sp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1C3B69EE-2259-37A5-B582-43AB50056DD7}"/>
              </a:ext>
            </a:extLst>
          </p:cNvPr>
          <p:cNvSpPr/>
          <p:nvPr/>
        </p:nvSpPr>
        <p:spPr>
          <a:xfrm>
            <a:off x="537027" y="468086"/>
            <a:ext cx="11117942" cy="5921828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24F6972D-0DC1-7BA2-A65E-15694806E1E7}"/>
              </a:ext>
            </a:extLst>
          </p:cNvPr>
          <p:cNvSpPr txBox="1"/>
          <p:nvPr/>
        </p:nvSpPr>
        <p:spPr>
          <a:xfrm>
            <a:off x="2547255" y="1933623"/>
            <a:ext cx="7097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72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Hlavní myšlenka</a:t>
            </a:r>
            <a:endParaRPr lang="cs-CZ" sz="7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4DDD1013-14AA-085C-CC05-5D404612544C}"/>
              </a:ext>
            </a:extLst>
          </p:cNvPr>
          <p:cNvSpPr txBox="1"/>
          <p:nvPr/>
        </p:nvSpPr>
        <p:spPr>
          <a:xfrm>
            <a:off x="2971608" y="3252824"/>
            <a:ext cx="6248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Vytvořit </a:t>
            </a:r>
            <a:r>
              <a:rPr lang="cs-CZ" sz="2000" b="0" i="0" dirty="0" err="1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sandboxové</a:t>
            </a:r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 prostředí pro trénink agentů s NN pomocí evolučního algoritmu</a:t>
            </a:r>
            <a:endParaRPr lang="cs-CZ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C598F9DC-E7A1-06E7-F7D5-290FCE8C400C}"/>
              </a:ext>
            </a:extLst>
          </p:cNvPr>
          <p:cNvSpPr/>
          <p:nvPr/>
        </p:nvSpPr>
        <p:spPr>
          <a:xfrm>
            <a:off x="3424916" y="-3855402"/>
            <a:ext cx="6219825" cy="1543050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26B0037-B2DC-54FD-1D59-43FD7A494E3B}"/>
              </a:ext>
            </a:extLst>
          </p:cNvPr>
          <p:cNvSpPr txBox="1"/>
          <p:nvPr/>
        </p:nvSpPr>
        <p:spPr>
          <a:xfrm>
            <a:off x="3834490" y="-3684042"/>
            <a:ext cx="5400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72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Architektura</a:t>
            </a:r>
            <a:endParaRPr lang="cs-CZ" sz="7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9" name="Obdélník: se zakulacenými rohy 8">
            <a:extLst>
              <a:ext uri="{FF2B5EF4-FFF2-40B4-BE49-F238E27FC236}">
                <a16:creationId xmlns:a16="http://schemas.microsoft.com/office/drawing/2014/main" id="{E2EA3A1C-12FF-647D-41CA-41287DEAFA13}"/>
              </a:ext>
            </a:extLst>
          </p:cNvPr>
          <p:cNvSpPr/>
          <p:nvPr/>
        </p:nvSpPr>
        <p:spPr>
          <a:xfrm>
            <a:off x="-5847793" y="2435410"/>
            <a:ext cx="1855905" cy="742900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1E864F2D-6130-024C-D2D6-B68D19E0C41B}"/>
              </a:ext>
            </a:extLst>
          </p:cNvPr>
          <p:cNvSpPr txBox="1"/>
          <p:nvPr/>
        </p:nvSpPr>
        <p:spPr>
          <a:xfrm>
            <a:off x="-5724704" y="2483694"/>
            <a:ext cx="1609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Engine</a:t>
            </a:r>
            <a:endParaRPr lang="cs-CZ" sz="36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4" name="Obdélník: se zakulacenými rohy 13">
            <a:extLst>
              <a:ext uri="{FF2B5EF4-FFF2-40B4-BE49-F238E27FC236}">
                <a16:creationId xmlns:a16="http://schemas.microsoft.com/office/drawing/2014/main" id="{FFFA7540-9307-6661-CB96-3EC0AB2AB5F0}"/>
              </a:ext>
            </a:extLst>
          </p:cNvPr>
          <p:cNvSpPr/>
          <p:nvPr/>
        </p:nvSpPr>
        <p:spPr>
          <a:xfrm>
            <a:off x="-7826953" y="3386815"/>
            <a:ext cx="2907112" cy="2362288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258E56C1-C336-6286-F415-5D22443EF52D}"/>
              </a:ext>
            </a:extLst>
          </p:cNvPr>
          <p:cNvSpPr txBox="1"/>
          <p:nvPr/>
        </p:nvSpPr>
        <p:spPr>
          <a:xfrm>
            <a:off x="-7641726" y="3625845"/>
            <a:ext cx="253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Herní smyčka</a:t>
            </a:r>
            <a:endParaRPr lang="cs-CZ" sz="28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4E94C12F-9117-5401-6ED0-EE8FF1AB3142}"/>
              </a:ext>
            </a:extLst>
          </p:cNvPr>
          <p:cNvSpPr txBox="1"/>
          <p:nvPr/>
        </p:nvSpPr>
        <p:spPr>
          <a:xfrm>
            <a:off x="-7756902" y="4130438"/>
            <a:ext cx="2767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Fixed</a:t>
            </a:r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delta </a:t>
            </a:r>
            <a:r>
              <a:rPr lang="cs-CZ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time</a:t>
            </a:r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pro oddělení herní logiky, vykreslování a zajištění determinismu</a:t>
            </a:r>
          </a:p>
        </p:txBody>
      </p:sp>
      <p:sp>
        <p:nvSpPr>
          <p:cNvPr id="17" name="Obdélník: se zakulacenými rohy 16">
            <a:extLst>
              <a:ext uri="{FF2B5EF4-FFF2-40B4-BE49-F238E27FC236}">
                <a16:creationId xmlns:a16="http://schemas.microsoft.com/office/drawing/2014/main" id="{5B4922C7-9A08-CD7B-1056-1A1A317AEA1C}"/>
              </a:ext>
            </a:extLst>
          </p:cNvPr>
          <p:cNvSpPr/>
          <p:nvPr/>
        </p:nvSpPr>
        <p:spPr>
          <a:xfrm>
            <a:off x="-4804665" y="3386815"/>
            <a:ext cx="2907112" cy="2362288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9B57B5A9-F452-517E-776D-013BF93DE55D}"/>
              </a:ext>
            </a:extLst>
          </p:cNvPr>
          <p:cNvSpPr txBox="1"/>
          <p:nvPr/>
        </p:nvSpPr>
        <p:spPr>
          <a:xfrm>
            <a:off x="-4619438" y="3625845"/>
            <a:ext cx="253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b="1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Grid</a:t>
            </a:r>
            <a:r>
              <a:rPr lang="cs-CZ" sz="28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 </a:t>
            </a:r>
            <a:r>
              <a:rPr lang="cs-CZ" sz="2800" b="1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System</a:t>
            </a:r>
            <a:endParaRPr lang="cs-CZ" sz="28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AEA1A727-80C2-0BED-CB26-3249E8D5470E}"/>
              </a:ext>
            </a:extLst>
          </p:cNvPr>
          <p:cNvSpPr txBox="1"/>
          <p:nvPr/>
        </p:nvSpPr>
        <p:spPr>
          <a:xfrm>
            <a:off x="-4734614" y="4130438"/>
            <a:ext cx="2767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Zajišťuje pohyb agentů v </a:t>
            </a:r>
            <a:r>
              <a:rPr lang="cs-CZ" sz="2000" b="0" i="0" dirty="0" err="1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gridu</a:t>
            </a:r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, detekci kolizí a vypisování </a:t>
            </a:r>
            <a:r>
              <a:rPr lang="cs-CZ" sz="2000" b="0" i="0" dirty="0" err="1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gridu</a:t>
            </a:r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 do konzole</a:t>
            </a:r>
            <a:endParaRPr lang="cs-CZ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20" name="Obdélník: se zakulacenými rohy 19">
            <a:extLst>
              <a:ext uri="{FF2B5EF4-FFF2-40B4-BE49-F238E27FC236}">
                <a16:creationId xmlns:a16="http://schemas.microsoft.com/office/drawing/2014/main" id="{0075D652-F99E-691D-AC92-6C6600A0A204}"/>
              </a:ext>
            </a:extLst>
          </p:cNvPr>
          <p:cNvSpPr/>
          <p:nvPr/>
        </p:nvSpPr>
        <p:spPr>
          <a:xfrm>
            <a:off x="15118123" y="2483694"/>
            <a:ext cx="3804300" cy="2988500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35C31939-277D-B8FE-FABF-D52F1AF6FD17}"/>
              </a:ext>
            </a:extLst>
          </p:cNvPr>
          <p:cNvSpPr txBox="1"/>
          <p:nvPr/>
        </p:nvSpPr>
        <p:spPr>
          <a:xfrm>
            <a:off x="15318058" y="2729424"/>
            <a:ext cx="3319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Evoluce</a:t>
            </a:r>
            <a:endParaRPr lang="cs-CZ" sz="28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9A97D4AD-C9BC-F959-377A-07A2EB15EA82}"/>
              </a:ext>
            </a:extLst>
          </p:cNvPr>
          <p:cNvSpPr txBox="1"/>
          <p:nvPr/>
        </p:nvSpPr>
        <p:spPr>
          <a:xfrm>
            <a:off x="15167337" y="3363231"/>
            <a:ext cx="3620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O evoluci se stará </a:t>
            </a:r>
            <a:r>
              <a:rPr lang="cs-CZ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EvolutionManager</a:t>
            </a:r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, který zajišťuje vytvoření nové generace z vybraných agentů a mutace generace</a:t>
            </a:r>
          </a:p>
        </p:txBody>
      </p:sp>
      <p:grpSp>
        <p:nvGrpSpPr>
          <p:cNvPr id="26" name="Skupina 25">
            <a:extLst>
              <a:ext uri="{FF2B5EF4-FFF2-40B4-BE49-F238E27FC236}">
                <a16:creationId xmlns:a16="http://schemas.microsoft.com/office/drawing/2014/main" id="{04ADA32B-9B65-233D-2589-D1B1EF006010}"/>
              </a:ext>
            </a:extLst>
          </p:cNvPr>
          <p:cNvGrpSpPr/>
          <p:nvPr/>
        </p:nvGrpSpPr>
        <p:grpSpPr>
          <a:xfrm>
            <a:off x="-7454749" y="5807665"/>
            <a:ext cx="5300167" cy="1182950"/>
            <a:chOff x="401623" y="5476612"/>
            <a:chExt cx="5300167" cy="1182950"/>
          </a:xfrm>
        </p:grpSpPr>
        <p:sp>
          <p:nvSpPr>
            <p:cNvPr id="27" name="Obdélník: se zakulacenými rohy 26">
              <a:extLst>
                <a:ext uri="{FF2B5EF4-FFF2-40B4-BE49-F238E27FC236}">
                  <a16:creationId xmlns:a16="http://schemas.microsoft.com/office/drawing/2014/main" id="{133BE2B3-C112-0F01-E208-2791E570EF64}"/>
                </a:ext>
              </a:extLst>
            </p:cNvPr>
            <p:cNvSpPr/>
            <p:nvPr/>
          </p:nvSpPr>
          <p:spPr>
            <a:xfrm>
              <a:off x="470336" y="5476612"/>
              <a:ext cx="5183110" cy="11829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8" name="TextovéPole 27">
              <a:extLst>
                <a:ext uri="{FF2B5EF4-FFF2-40B4-BE49-F238E27FC236}">
                  <a16:creationId xmlns:a16="http://schemas.microsoft.com/office/drawing/2014/main" id="{B059E5F8-C1D4-C4D0-776A-D9A5F4F818CF}"/>
                </a:ext>
              </a:extLst>
            </p:cNvPr>
            <p:cNvSpPr txBox="1"/>
            <p:nvPr/>
          </p:nvSpPr>
          <p:spPr>
            <a:xfrm>
              <a:off x="401623" y="5574564"/>
              <a:ext cx="5300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8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Vlastní PCG-XSH-RR generátor</a:t>
              </a:r>
            </a:p>
          </p:txBody>
        </p:sp>
        <p:sp>
          <p:nvSpPr>
            <p:cNvPr id="29" name="TextovéPole 28">
              <a:extLst>
                <a:ext uri="{FF2B5EF4-FFF2-40B4-BE49-F238E27FC236}">
                  <a16:creationId xmlns:a16="http://schemas.microsoft.com/office/drawing/2014/main" id="{515F3463-AC5D-9CEE-9FC6-E3B3EE5F8635}"/>
                </a:ext>
              </a:extLst>
            </p:cNvPr>
            <p:cNvSpPr txBox="1"/>
            <p:nvPr/>
          </p:nvSpPr>
          <p:spPr>
            <a:xfrm>
              <a:off x="1122744" y="6097784"/>
              <a:ext cx="37733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determinismus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2041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35AA-5B0E-6C42-CE94-910F6E788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C261AD-6760-E53B-974E-7D2D9789F6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A90E21D-F455-ADAE-C9FD-D2FE1D1461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2CB9282-5739-99EF-473C-B4CCE1514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Obdélník: se zakulacenými rohy 7">
            <a:extLst>
              <a:ext uri="{FF2B5EF4-FFF2-40B4-BE49-F238E27FC236}">
                <a16:creationId xmlns:a16="http://schemas.microsoft.com/office/drawing/2014/main" id="{BB36D661-6669-DC52-454C-A924159D0C6E}"/>
              </a:ext>
            </a:extLst>
          </p:cNvPr>
          <p:cNvSpPr/>
          <p:nvPr/>
        </p:nvSpPr>
        <p:spPr>
          <a:xfrm>
            <a:off x="301055" y="11080838"/>
            <a:ext cx="11117942" cy="5921828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10A01A52-395C-7FA8-1745-8EE1DED0DB38}"/>
              </a:ext>
            </a:extLst>
          </p:cNvPr>
          <p:cNvSpPr txBox="1"/>
          <p:nvPr/>
        </p:nvSpPr>
        <p:spPr>
          <a:xfrm>
            <a:off x="2311283" y="12546375"/>
            <a:ext cx="7097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72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Hlavní myšlenka</a:t>
            </a:r>
            <a:endParaRPr lang="cs-CZ" sz="7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4AEA8AFB-21A8-EF37-1CA6-1F7C5120C8B8}"/>
              </a:ext>
            </a:extLst>
          </p:cNvPr>
          <p:cNvSpPr txBox="1"/>
          <p:nvPr/>
        </p:nvSpPr>
        <p:spPr>
          <a:xfrm>
            <a:off x="2735636" y="13865576"/>
            <a:ext cx="6248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Vytvořit </a:t>
            </a:r>
            <a:r>
              <a:rPr lang="cs-CZ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sandboxové</a:t>
            </a:r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prostředí pro trénink agentů s NN pomocí evolučního algoritmu</a:t>
            </a:r>
          </a:p>
        </p:txBody>
      </p:sp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800888D7-73BC-A76D-C9A6-CA4AB589B512}"/>
              </a:ext>
            </a:extLst>
          </p:cNvPr>
          <p:cNvSpPr/>
          <p:nvPr/>
        </p:nvSpPr>
        <p:spPr>
          <a:xfrm>
            <a:off x="2986086" y="198438"/>
            <a:ext cx="6219825" cy="1543050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8B30225-B99C-9200-83BC-571114CAB897}"/>
              </a:ext>
            </a:extLst>
          </p:cNvPr>
          <p:cNvSpPr txBox="1"/>
          <p:nvPr/>
        </p:nvSpPr>
        <p:spPr>
          <a:xfrm>
            <a:off x="3395660" y="369798"/>
            <a:ext cx="5400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72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Architektura</a:t>
            </a:r>
            <a:endParaRPr lang="cs-CZ" sz="7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3" name="Obdélník: se zakulacenými rohy 12">
            <a:extLst>
              <a:ext uri="{FF2B5EF4-FFF2-40B4-BE49-F238E27FC236}">
                <a16:creationId xmlns:a16="http://schemas.microsoft.com/office/drawing/2014/main" id="{DBFDB16A-0F86-CE6E-D1D6-A02DE7388693}"/>
              </a:ext>
            </a:extLst>
          </p:cNvPr>
          <p:cNvSpPr/>
          <p:nvPr/>
        </p:nvSpPr>
        <p:spPr>
          <a:xfrm>
            <a:off x="2123756" y="2084259"/>
            <a:ext cx="1855905" cy="742900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1DD05F8E-C9BB-031B-E7D9-FD143A9F5660}"/>
              </a:ext>
            </a:extLst>
          </p:cNvPr>
          <p:cNvSpPr txBox="1"/>
          <p:nvPr/>
        </p:nvSpPr>
        <p:spPr>
          <a:xfrm>
            <a:off x="2246845" y="2132543"/>
            <a:ext cx="1609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Engine</a:t>
            </a:r>
            <a:endParaRPr lang="cs-CZ" sz="36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5" name="Obdélník: se zakulacenými rohy 14">
            <a:extLst>
              <a:ext uri="{FF2B5EF4-FFF2-40B4-BE49-F238E27FC236}">
                <a16:creationId xmlns:a16="http://schemas.microsoft.com/office/drawing/2014/main" id="{11D1EFC2-5181-B6D4-2B70-4098ABDA0B5D}"/>
              </a:ext>
            </a:extLst>
          </p:cNvPr>
          <p:cNvSpPr/>
          <p:nvPr/>
        </p:nvSpPr>
        <p:spPr>
          <a:xfrm>
            <a:off x="144596" y="3035664"/>
            <a:ext cx="2907112" cy="2362288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73660B35-AF1A-9880-5886-6DD575FB3B9D}"/>
              </a:ext>
            </a:extLst>
          </p:cNvPr>
          <p:cNvSpPr txBox="1"/>
          <p:nvPr/>
        </p:nvSpPr>
        <p:spPr>
          <a:xfrm>
            <a:off x="329823" y="3274694"/>
            <a:ext cx="253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Herní smyčka</a:t>
            </a:r>
            <a:endParaRPr lang="cs-CZ" sz="28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23C320D2-2D44-41D6-C250-C9D556509D63}"/>
              </a:ext>
            </a:extLst>
          </p:cNvPr>
          <p:cNvSpPr txBox="1"/>
          <p:nvPr/>
        </p:nvSpPr>
        <p:spPr>
          <a:xfrm>
            <a:off x="214647" y="3779287"/>
            <a:ext cx="2767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Fixed</a:t>
            </a:r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delta </a:t>
            </a:r>
            <a:r>
              <a:rPr lang="cs-CZ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time</a:t>
            </a:r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pro oddělení herní logiky, vykreslování a zajištění determinismu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A4B26830-2BA6-383D-0333-F0562936391A}"/>
              </a:ext>
            </a:extLst>
          </p:cNvPr>
          <p:cNvSpPr/>
          <p:nvPr/>
        </p:nvSpPr>
        <p:spPr>
          <a:xfrm>
            <a:off x="3166884" y="3035664"/>
            <a:ext cx="2907112" cy="2362288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C695EA5F-4E3F-C560-F47C-26BC82FCBB19}"/>
              </a:ext>
            </a:extLst>
          </p:cNvPr>
          <p:cNvSpPr txBox="1"/>
          <p:nvPr/>
        </p:nvSpPr>
        <p:spPr>
          <a:xfrm>
            <a:off x="3352111" y="3274694"/>
            <a:ext cx="253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b="1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Grid</a:t>
            </a:r>
            <a:r>
              <a:rPr lang="cs-CZ" sz="28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 </a:t>
            </a:r>
            <a:r>
              <a:rPr lang="cs-CZ" sz="2800" b="1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System</a:t>
            </a:r>
            <a:endParaRPr lang="cs-CZ" sz="28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FEC30D63-59C8-93D9-C7EB-EB976118FFE9}"/>
              </a:ext>
            </a:extLst>
          </p:cNvPr>
          <p:cNvSpPr txBox="1"/>
          <p:nvPr/>
        </p:nvSpPr>
        <p:spPr>
          <a:xfrm>
            <a:off x="3236935" y="3779287"/>
            <a:ext cx="2767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Zajišťuje pohyb agentů v </a:t>
            </a:r>
            <a:r>
              <a:rPr lang="cs-CZ" sz="2000" b="0" i="0" dirty="0" err="1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gridu</a:t>
            </a:r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, detekci kolizí a vypisování </a:t>
            </a:r>
            <a:r>
              <a:rPr lang="cs-CZ" sz="2000" b="0" i="0" dirty="0" err="1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gridu</a:t>
            </a:r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 do konzole</a:t>
            </a:r>
            <a:endParaRPr lang="cs-CZ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24" name="Obdélník: se zakulacenými rohy 23">
            <a:extLst>
              <a:ext uri="{FF2B5EF4-FFF2-40B4-BE49-F238E27FC236}">
                <a16:creationId xmlns:a16="http://schemas.microsoft.com/office/drawing/2014/main" id="{2C08E206-8D1F-F3CF-0375-8D7EEA49F950}"/>
              </a:ext>
            </a:extLst>
          </p:cNvPr>
          <p:cNvSpPr/>
          <p:nvPr/>
        </p:nvSpPr>
        <p:spPr>
          <a:xfrm>
            <a:off x="7614697" y="2453243"/>
            <a:ext cx="3804300" cy="2988500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589D7A3B-2A75-09E5-1FBC-9664588128B3}"/>
              </a:ext>
            </a:extLst>
          </p:cNvPr>
          <p:cNvSpPr txBox="1"/>
          <p:nvPr/>
        </p:nvSpPr>
        <p:spPr>
          <a:xfrm>
            <a:off x="7814632" y="2698973"/>
            <a:ext cx="331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Evoluce</a:t>
            </a:r>
            <a:endParaRPr lang="cs-CZ" sz="36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60CF8A59-3AE7-0C94-BE5A-56078B0031B6}"/>
              </a:ext>
            </a:extLst>
          </p:cNvPr>
          <p:cNvSpPr txBox="1"/>
          <p:nvPr/>
        </p:nvSpPr>
        <p:spPr>
          <a:xfrm>
            <a:off x="7663911" y="3332780"/>
            <a:ext cx="3620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O evoluci se stará </a:t>
            </a:r>
            <a:r>
              <a:rPr lang="cs-CZ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EvolutionManager</a:t>
            </a:r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, který zajišťuje vytvoření nové generace z vybraných agentů a mutace generace</a:t>
            </a:r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8C9F17DB-08AC-FA62-43E6-19E122E5693B}"/>
              </a:ext>
            </a:extLst>
          </p:cNvPr>
          <p:cNvGrpSpPr/>
          <p:nvPr/>
        </p:nvGrpSpPr>
        <p:grpSpPr>
          <a:xfrm>
            <a:off x="1924527" y="-7210800"/>
            <a:ext cx="9144001" cy="2387600"/>
            <a:chOff x="1523998" y="198438"/>
            <a:chExt cx="9144001" cy="2387600"/>
          </a:xfrm>
        </p:grpSpPr>
        <p:sp>
          <p:nvSpPr>
            <p:cNvPr id="10" name="Obdélník: se zakulacenými rohy 9">
              <a:extLst>
                <a:ext uri="{FF2B5EF4-FFF2-40B4-BE49-F238E27FC236}">
                  <a16:creationId xmlns:a16="http://schemas.microsoft.com/office/drawing/2014/main" id="{6F2AA813-00C8-2E2B-56CD-DD2DAE2B40B6}"/>
                </a:ext>
              </a:extLst>
            </p:cNvPr>
            <p:cNvSpPr/>
            <p:nvPr/>
          </p:nvSpPr>
          <p:spPr>
            <a:xfrm>
              <a:off x="1523998" y="198438"/>
              <a:ext cx="9144001" cy="238760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1" name="TextovéPole 10">
              <a:extLst>
                <a:ext uri="{FF2B5EF4-FFF2-40B4-BE49-F238E27FC236}">
                  <a16:creationId xmlns:a16="http://schemas.microsoft.com/office/drawing/2014/main" id="{75EDB458-A7E9-E9B5-BD3C-8352EEFD015F}"/>
                </a:ext>
              </a:extLst>
            </p:cNvPr>
            <p:cNvSpPr txBox="1"/>
            <p:nvPr/>
          </p:nvSpPr>
          <p:spPr>
            <a:xfrm>
              <a:off x="3395660" y="369798"/>
              <a:ext cx="54006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Vizualizace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  <p:sp>
          <p:nvSpPr>
            <p:cNvPr id="18" name="TextovéPole 17">
              <a:extLst>
                <a:ext uri="{FF2B5EF4-FFF2-40B4-BE49-F238E27FC236}">
                  <a16:creationId xmlns:a16="http://schemas.microsoft.com/office/drawing/2014/main" id="{07CBC7A9-F55F-F681-3417-D1AEE4D8C9E6}"/>
                </a:ext>
              </a:extLst>
            </p:cNvPr>
            <p:cNvSpPr txBox="1"/>
            <p:nvPr/>
          </p:nvSpPr>
          <p:spPr>
            <a:xfrm>
              <a:off x="3449788" y="1371560"/>
              <a:ext cx="48121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Grid</a:t>
              </a: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 je vizualizován pomocí hranatých závorek [ ], ve kterých se zobrazují herní objekty</a:t>
              </a:r>
            </a:p>
          </p:txBody>
        </p:sp>
      </p:grpSp>
      <p:grpSp>
        <p:nvGrpSpPr>
          <p:cNvPr id="19" name="Skupina 18">
            <a:extLst>
              <a:ext uri="{FF2B5EF4-FFF2-40B4-BE49-F238E27FC236}">
                <a16:creationId xmlns:a16="http://schemas.microsoft.com/office/drawing/2014/main" id="{279FE079-3F9B-B51E-CE2C-51F6D403F64E}"/>
              </a:ext>
            </a:extLst>
          </p:cNvPr>
          <p:cNvGrpSpPr/>
          <p:nvPr/>
        </p:nvGrpSpPr>
        <p:grpSpPr>
          <a:xfrm>
            <a:off x="-8346410" y="3411415"/>
            <a:ext cx="2112286" cy="1655762"/>
            <a:chOff x="653707" y="4165601"/>
            <a:chExt cx="2112286" cy="1655762"/>
          </a:xfrm>
        </p:grpSpPr>
        <p:sp>
          <p:nvSpPr>
            <p:cNvPr id="20" name="Obdélník: se zakulacenými rohy 19">
              <a:extLst>
                <a:ext uri="{FF2B5EF4-FFF2-40B4-BE49-F238E27FC236}">
                  <a16:creationId xmlns:a16="http://schemas.microsoft.com/office/drawing/2014/main" id="{A91EEA85-8031-31C2-46E5-2445E8439E40}"/>
                </a:ext>
              </a:extLst>
            </p:cNvPr>
            <p:cNvSpPr/>
            <p:nvPr/>
          </p:nvSpPr>
          <p:spPr>
            <a:xfrm>
              <a:off x="697815" y="4165601"/>
              <a:ext cx="2024071" cy="1655762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TextovéPole 26">
              <a:extLst>
                <a:ext uri="{FF2B5EF4-FFF2-40B4-BE49-F238E27FC236}">
                  <a16:creationId xmlns:a16="http://schemas.microsoft.com/office/drawing/2014/main" id="{C2F2BBD0-B23E-60FB-2061-F7BE98EBB1E5}"/>
                </a:ext>
              </a:extLst>
            </p:cNvPr>
            <p:cNvSpPr txBox="1"/>
            <p:nvPr/>
          </p:nvSpPr>
          <p:spPr>
            <a:xfrm>
              <a:off x="653707" y="4434452"/>
              <a:ext cx="211228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Agent = *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Jídlo = X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Manager = M</a:t>
              </a:r>
            </a:p>
          </p:txBody>
        </p:sp>
      </p:grpSp>
      <p:grpSp>
        <p:nvGrpSpPr>
          <p:cNvPr id="28" name="Skupina 27">
            <a:extLst>
              <a:ext uri="{FF2B5EF4-FFF2-40B4-BE49-F238E27FC236}">
                <a16:creationId xmlns:a16="http://schemas.microsoft.com/office/drawing/2014/main" id="{4B896547-5B95-9876-9D47-83EBFC27AEC8}"/>
              </a:ext>
            </a:extLst>
          </p:cNvPr>
          <p:cNvGrpSpPr/>
          <p:nvPr/>
        </p:nvGrpSpPr>
        <p:grpSpPr>
          <a:xfrm>
            <a:off x="17929239" y="2430726"/>
            <a:ext cx="6587840" cy="4078699"/>
            <a:chOff x="4359486" y="2692490"/>
            <a:chExt cx="6587840" cy="4078699"/>
          </a:xfrm>
        </p:grpSpPr>
        <p:sp>
          <p:nvSpPr>
            <p:cNvPr id="29" name="Obdélník: se zakulacenými rohy 29">
              <a:extLst>
                <a:ext uri="{FF2B5EF4-FFF2-40B4-BE49-F238E27FC236}">
                  <a16:creationId xmlns:a16="http://schemas.microsoft.com/office/drawing/2014/main" id="{44A5B4E6-A636-6A23-8FD6-BC7F01B1E23F}"/>
                </a:ext>
              </a:extLst>
            </p:cNvPr>
            <p:cNvSpPr/>
            <p:nvPr/>
          </p:nvSpPr>
          <p:spPr>
            <a:xfrm>
              <a:off x="4359486" y="2692490"/>
              <a:ext cx="6587840" cy="4078699"/>
            </a:xfrm>
            <a:custGeom>
              <a:avLst/>
              <a:gdLst>
                <a:gd name="csX0" fmla="*/ 0 w 7373073"/>
                <a:gd name="csY0" fmla="*/ 679797 h 4078699"/>
                <a:gd name="csX1" fmla="*/ 679797 w 7373073"/>
                <a:gd name="csY1" fmla="*/ 0 h 4078699"/>
                <a:gd name="csX2" fmla="*/ 6693276 w 7373073"/>
                <a:gd name="csY2" fmla="*/ 0 h 4078699"/>
                <a:gd name="csX3" fmla="*/ 7373073 w 7373073"/>
                <a:gd name="csY3" fmla="*/ 679797 h 4078699"/>
                <a:gd name="csX4" fmla="*/ 7373073 w 7373073"/>
                <a:gd name="csY4" fmla="*/ 3398902 h 4078699"/>
                <a:gd name="csX5" fmla="*/ 6693276 w 7373073"/>
                <a:gd name="csY5" fmla="*/ 4078699 h 4078699"/>
                <a:gd name="csX6" fmla="*/ 679797 w 7373073"/>
                <a:gd name="csY6" fmla="*/ 4078699 h 4078699"/>
                <a:gd name="csX7" fmla="*/ 0 w 7373073"/>
                <a:gd name="csY7" fmla="*/ 3398902 h 4078699"/>
                <a:gd name="csX8" fmla="*/ 0 w 7373073"/>
                <a:gd name="csY8" fmla="*/ 679797 h 4078699"/>
                <a:gd name="csX0" fmla="*/ 416689 w 7373073"/>
                <a:gd name="csY0" fmla="*/ 645073 h 4078699"/>
                <a:gd name="csX1" fmla="*/ 679797 w 7373073"/>
                <a:gd name="csY1" fmla="*/ 0 h 4078699"/>
                <a:gd name="csX2" fmla="*/ 6693276 w 7373073"/>
                <a:gd name="csY2" fmla="*/ 0 h 4078699"/>
                <a:gd name="csX3" fmla="*/ 7373073 w 7373073"/>
                <a:gd name="csY3" fmla="*/ 679797 h 4078699"/>
                <a:gd name="csX4" fmla="*/ 7373073 w 7373073"/>
                <a:gd name="csY4" fmla="*/ 3398902 h 4078699"/>
                <a:gd name="csX5" fmla="*/ 6693276 w 7373073"/>
                <a:gd name="csY5" fmla="*/ 4078699 h 4078699"/>
                <a:gd name="csX6" fmla="*/ 679797 w 7373073"/>
                <a:gd name="csY6" fmla="*/ 4078699 h 4078699"/>
                <a:gd name="csX7" fmla="*/ 0 w 7373073"/>
                <a:gd name="csY7" fmla="*/ 3398902 h 4078699"/>
                <a:gd name="csX8" fmla="*/ 416689 w 7373073"/>
                <a:gd name="csY8" fmla="*/ 645073 h 4078699"/>
                <a:gd name="csX0" fmla="*/ 15745 w 6972129"/>
                <a:gd name="csY0" fmla="*/ 645073 h 4078699"/>
                <a:gd name="csX1" fmla="*/ 278853 w 6972129"/>
                <a:gd name="csY1" fmla="*/ 0 h 4078699"/>
                <a:gd name="csX2" fmla="*/ 6292332 w 6972129"/>
                <a:gd name="csY2" fmla="*/ 0 h 4078699"/>
                <a:gd name="csX3" fmla="*/ 6972129 w 6972129"/>
                <a:gd name="csY3" fmla="*/ 679797 h 4078699"/>
                <a:gd name="csX4" fmla="*/ 6972129 w 6972129"/>
                <a:gd name="csY4" fmla="*/ 3398902 h 4078699"/>
                <a:gd name="csX5" fmla="*/ 6292332 w 6972129"/>
                <a:gd name="csY5" fmla="*/ 4078699 h 4078699"/>
                <a:gd name="csX6" fmla="*/ 278853 w 6972129"/>
                <a:gd name="csY6" fmla="*/ 4078699 h 4078699"/>
                <a:gd name="csX7" fmla="*/ 38894 w 6972129"/>
                <a:gd name="csY7" fmla="*/ 3560948 h 4078699"/>
                <a:gd name="csX8" fmla="*/ 15745 w 6972129"/>
                <a:gd name="csY8" fmla="*/ 645073 h 4078699"/>
                <a:gd name="csX0" fmla="*/ 15745 w 6972129"/>
                <a:gd name="csY0" fmla="*/ 645073 h 4078699"/>
                <a:gd name="csX1" fmla="*/ 278853 w 6972129"/>
                <a:gd name="csY1" fmla="*/ 0 h 4078699"/>
                <a:gd name="csX2" fmla="*/ 6292332 w 6972129"/>
                <a:gd name="csY2" fmla="*/ 0 h 4078699"/>
                <a:gd name="csX3" fmla="*/ 6543866 w 6972129"/>
                <a:gd name="csY3" fmla="*/ 679797 h 4078699"/>
                <a:gd name="csX4" fmla="*/ 6972129 w 6972129"/>
                <a:gd name="csY4" fmla="*/ 3398902 h 4078699"/>
                <a:gd name="csX5" fmla="*/ 6292332 w 6972129"/>
                <a:gd name="csY5" fmla="*/ 4078699 h 4078699"/>
                <a:gd name="csX6" fmla="*/ 278853 w 6972129"/>
                <a:gd name="csY6" fmla="*/ 4078699 h 4078699"/>
                <a:gd name="csX7" fmla="*/ 38894 w 6972129"/>
                <a:gd name="csY7" fmla="*/ 3560948 h 4078699"/>
                <a:gd name="csX8" fmla="*/ 15745 w 6972129"/>
                <a:gd name="csY8" fmla="*/ 645073 h 4078699"/>
                <a:gd name="csX0" fmla="*/ 15745 w 6587840"/>
                <a:gd name="csY0" fmla="*/ 645073 h 4078699"/>
                <a:gd name="csX1" fmla="*/ 278853 w 6587840"/>
                <a:gd name="csY1" fmla="*/ 0 h 4078699"/>
                <a:gd name="csX2" fmla="*/ 6292332 w 6587840"/>
                <a:gd name="csY2" fmla="*/ 0 h 4078699"/>
                <a:gd name="csX3" fmla="*/ 6543866 w 6587840"/>
                <a:gd name="csY3" fmla="*/ 679797 h 4078699"/>
                <a:gd name="csX4" fmla="*/ 6578589 w 6587840"/>
                <a:gd name="csY4" fmla="*/ 3433626 h 4078699"/>
                <a:gd name="csX5" fmla="*/ 6292332 w 6587840"/>
                <a:gd name="csY5" fmla="*/ 4078699 h 4078699"/>
                <a:gd name="csX6" fmla="*/ 278853 w 6587840"/>
                <a:gd name="csY6" fmla="*/ 4078699 h 4078699"/>
                <a:gd name="csX7" fmla="*/ 38894 w 6587840"/>
                <a:gd name="csY7" fmla="*/ 3560948 h 4078699"/>
                <a:gd name="csX8" fmla="*/ 15745 w 6587840"/>
                <a:gd name="csY8" fmla="*/ 645073 h 4078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587840" h="4078699">
                  <a:moveTo>
                    <a:pt x="15745" y="645073"/>
                  </a:moveTo>
                  <a:cubicBezTo>
                    <a:pt x="15745" y="269631"/>
                    <a:pt x="-96589" y="0"/>
                    <a:pt x="278853" y="0"/>
                  </a:cubicBezTo>
                  <a:lnTo>
                    <a:pt x="6292332" y="0"/>
                  </a:lnTo>
                  <a:cubicBezTo>
                    <a:pt x="6667774" y="0"/>
                    <a:pt x="6543866" y="304355"/>
                    <a:pt x="6543866" y="679797"/>
                  </a:cubicBezTo>
                  <a:lnTo>
                    <a:pt x="6578589" y="3433626"/>
                  </a:lnTo>
                  <a:cubicBezTo>
                    <a:pt x="6578589" y="3809068"/>
                    <a:pt x="6667774" y="4078699"/>
                    <a:pt x="6292332" y="4078699"/>
                  </a:cubicBezTo>
                  <a:lnTo>
                    <a:pt x="278853" y="4078699"/>
                  </a:lnTo>
                  <a:cubicBezTo>
                    <a:pt x="-96589" y="4078699"/>
                    <a:pt x="38894" y="3936390"/>
                    <a:pt x="38894" y="3560948"/>
                  </a:cubicBezTo>
                  <a:cubicBezTo>
                    <a:pt x="38894" y="2654580"/>
                    <a:pt x="15745" y="1551441"/>
                    <a:pt x="15745" y="645073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30" name="Obrázek 29">
              <a:extLst>
                <a:ext uri="{FF2B5EF4-FFF2-40B4-BE49-F238E27FC236}">
                  <a16:creationId xmlns:a16="http://schemas.microsoft.com/office/drawing/2014/main" id="{6F5CA886-EED7-829B-8A4F-A843E678F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7974" y="2772927"/>
              <a:ext cx="6294207" cy="3917823"/>
            </a:xfrm>
            <a:prstGeom prst="rect">
              <a:avLst/>
            </a:prstGeom>
          </p:spPr>
        </p:pic>
      </p:grpSp>
      <p:grpSp>
        <p:nvGrpSpPr>
          <p:cNvPr id="35" name="Skupina 34">
            <a:extLst>
              <a:ext uri="{FF2B5EF4-FFF2-40B4-BE49-F238E27FC236}">
                <a16:creationId xmlns:a16="http://schemas.microsoft.com/office/drawing/2014/main" id="{000787D2-CCD2-423D-3D46-731430BD0E46}"/>
              </a:ext>
            </a:extLst>
          </p:cNvPr>
          <p:cNvGrpSpPr/>
          <p:nvPr/>
        </p:nvGrpSpPr>
        <p:grpSpPr>
          <a:xfrm>
            <a:off x="401623" y="5476612"/>
            <a:ext cx="5300167" cy="1182950"/>
            <a:chOff x="401623" y="5476612"/>
            <a:chExt cx="5300167" cy="1182950"/>
          </a:xfrm>
        </p:grpSpPr>
        <p:sp>
          <p:nvSpPr>
            <p:cNvPr id="31" name="Obdélník: se zakulacenými rohy 30">
              <a:extLst>
                <a:ext uri="{FF2B5EF4-FFF2-40B4-BE49-F238E27FC236}">
                  <a16:creationId xmlns:a16="http://schemas.microsoft.com/office/drawing/2014/main" id="{E060BDE6-9980-F4D5-1CCA-59B51C7E00F1}"/>
                </a:ext>
              </a:extLst>
            </p:cNvPr>
            <p:cNvSpPr/>
            <p:nvPr/>
          </p:nvSpPr>
          <p:spPr>
            <a:xfrm>
              <a:off x="470336" y="5476612"/>
              <a:ext cx="5183110" cy="11829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TextovéPole 31">
              <a:extLst>
                <a:ext uri="{FF2B5EF4-FFF2-40B4-BE49-F238E27FC236}">
                  <a16:creationId xmlns:a16="http://schemas.microsoft.com/office/drawing/2014/main" id="{446194F3-4C7F-9733-8BBE-54767A02D9B9}"/>
                </a:ext>
              </a:extLst>
            </p:cNvPr>
            <p:cNvSpPr txBox="1"/>
            <p:nvPr/>
          </p:nvSpPr>
          <p:spPr>
            <a:xfrm>
              <a:off x="401623" y="5574564"/>
              <a:ext cx="5300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8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Vlastní PCG-XSH-RR generátor</a:t>
              </a:r>
            </a:p>
          </p:txBody>
        </p:sp>
        <p:sp>
          <p:nvSpPr>
            <p:cNvPr id="34" name="TextovéPole 33">
              <a:extLst>
                <a:ext uri="{FF2B5EF4-FFF2-40B4-BE49-F238E27FC236}">
                  <a16:creationId xmlns:a16="http://schemas.microsoft.com/office/drawing/2014/main" id="{0E970D93-EA62-6F7D-47FA-F7AEA4D78DBA}"/>
                </a:ext>
              </a:extLst>
            </p:cNvPr>
            <p:cNvSpPr txBox="1"/>
            <p:nvPr/>
          </p:nvSpPr>
          <p:spPr>
            <a:xfrm>
              <a:off x="1122744" y="6097784"/>
              <a:ext cx="37733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determinismus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0936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E08FF-AF96-1B38-2913-B0CD0AAF0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A59A52-E235-7E8B-95FE-C330D59D5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C81851A-5C2E-350A-50B2-99BA9B0E17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7E063AC-C8D7-74E0-B9FA-86818D626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Obdélník: se zakulacenými rohy 12">
            <a:extLst>
              <a:ext uri="{FF2B5EF4-FFF2-40B4-BE49-F238E27FC236}">
                <a16:creationId xmlns:a16="http://schemas.microsoft.com/office/drawing/2014/main" id="{720BCA8E-C72E-A19E-2611-AAD1FD5A3006}"/>
              </a:ext>
            </a:extLst>
          </p:cNvPr>
          <p:cNvSpPr/>
          <p:nvPr/>
        </p:nvSpPr>
        <p:spPr>
          <a:xfrm>
            <a:off x="1979160" y="8770672"/>
            <a:ext cx="1855905" cy="742900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06AF5630-FA40-9BE4-29A2-D8F120684407}"/>
              </a:ext>
            </a:extLst>
          </p:cNvPr>
          <p:cNvSpPr txBox="1"/>
          <p:nvPr/>
        </p:nvSpPr>
        <p:spPr>
          <a:xfrm>
            <a:off x="2102249" y="8818956"/>
            <a:ext cx="1609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b="1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Engine</a:t>
            </a:r>
            <a:endParaRPr lang="cs-CZ" sz="36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5" name="Obdélník: se zakulacenými rohy 14">
            <a:extLst>
              <a:ext uri="{FF2B5EF4-FFF2-40B4-BE49-F238E27FC236}">
                <a16:creationId xmlns:a16="http://schemas.microsoft.com/office/drawing/2014/main" id="{E11E2890-7ED1-EDCE-71C7-A59090C8A0C8}"/>
              </a:ext>
            </a:extLst>
          </p:cNvPr>
          <p:cNvSpPr/>
          <p:nvPr/>
        </p:nvSpPr>
        <p:spPr>
          <a:xfrm>
            <a:off x="0" y="9722077"/>
            <a:ext cx="2907112" cy="2362288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6D21D7C2-FEEB-C309-7A76-0116193FE7FC}"/>
              </a:ext>
            </a:extLst>
          </p:cNvPr>
          <p:cNvSpPr txBox="1"/>
          <p:nvPr/>
        </p:nvSpPr>
        <p:spPr>
          <a:xfrm>
            <a:off x="185227" y="9961107"/>
            <a:ext cx="253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Herní smyčka</a:t>
            </a:r>
            <a:endParaRPr lang="cs-CZ" sz="28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9E148B0F-5341-C81C-71B0-F941C7C3A921}"/>
              </a:ext>
            </a:extLst>
          </p:cNvPr>
          <p:cNvSpPr txBox="1"/>
          <p:nvPr/>
        </p:nvSpPr>
        <p:spPr>
          <a:xfrm>
            <a:off x="70051" y="10465700"/>
            <a:ext cx="2767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Fixed</a:t>
            </a:r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delta </a:t>
            </a:r>
            <a:r>
              <a:rPr lang="cs-CZ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time</a:t>
            </a:r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pro oddělení herní logiky, vykreslování a zajištění determinismu</a:t>
            </a:r>
          </a:p>
        </p:txBody>
      </p:sp>
      <p:sp>
        <p:nvSpPr>
          <p:cNvPr id="21" name="Obdélník: se zakulacenými rohy 20">
            <a:extLst>
              <a:ext uri="{FF2B5EF4-FFF2-40B4-BE49-F238E27FC236}">
                <a16:creationId xmlns:a16="http://schemas.microsoft.com/office/drawing/2014/main" id="{DC1F9CC5-6313-F093-ED91-4078D0C5C6D0}"/>
              </a:ext>
            </a:extLst>
          </p:cNvPr>
          <p:cNvSpPr/>
          <p:nvPr/>
        </p:nvSpPr>
        <p:spPr>
          <a:xfrm>
            <a:off x="3022288" y="9722077"/>
            <a:ext cx="2907112" cy="2362288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D1545C93-B07A-F7C3-EE7C-D0E5F8D341AE}"/>
              </a:ext>
            </a:extLst>
          </p:cNvPr>
          <p:cNvSpPr txBox="1"/>
          <p:nvPr/>
        </p:nvSpPr>
        <p:spPr>
          <a:xfrm>
            <a:off x="3207515" y="9961107"/>
            <a:ext cx="253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b="1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Grid</a:t>
            </a:r>
            <a:r>
              <a:rPr lang="cs-CZ" sz="28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 </a:t>
            </a:r>
            <a:r>
              <a:rPr lang="cs-CZ" sz="2800" b="1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System</a:t>
            </a:r>
            <a:endParaRPr lang="cs-CZ" sz="28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AD08255F-9CC9-D5AD-7143-E37C235DE9E1}"/>
              </a:ext>
            </a:extLst>
          </p:cNvPr>
          <p:cNvSpPr txBox="1"/>
          <p:nvPr/>
        </p:nvSpPr>
        <p:spPr>
          <a:xfrm>
            <a:off x="3092339" y="10465700"/>
            <a:ext cx="2767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Zajišťuje pohyb agentů v </a:t>
            </a:r>
            <a:r>
              <a:rPr lang="cs-CZ" sz="2000" b="0" i="0" dirty="0" err="1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gridu</a:t>
            </a:r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, detekci kolizí a vypisování </a:t>
            </a:r>
            <a:r>
              <a:rPr lang="cs-CZ" sz="2000" b="0" i="0" dirty="0" err="1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gridu</a:t>
            </a:r>
            <a:r>
              <a:rPr lang="cs-CZ" sz="20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</a:rPr>
              <a:t> do konzole</a:t>
            </a:r>
            <a:endParaRPr lang="cs-CZ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24" name="Obdélník: se zakulacenými rohy 23">
            <a:extLst>
              <a:ext uri="{FF2B5EF4-FFF2-40B4-BE49-F238E27FC236}">
                <a16:creationId xmlns:a16="http://schemas.microsoft.com/office/drawing/2014/main" id="{74EDC523-4977-7917-5BC8-EC69FE9DEB51}"/>
              </a:ext>
            </a:extLst>
          </p:cNvPr>
          <p:cNvSpPr/>
          <p:nvPr/>
        </p:nvSpPr>
        <p:spPr>
          <a:xfrm>
            <a:off x="8387700" y="8848264"/>
            <a:ext cx="3804300" cy="2988500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2E3DFB48-B803-B245-9FE1-F64BB9CEFFA2}"/>
              </a:ext>
            </a:extLst>
          </p:cNvPr>
          <p:cNvSpPr txBox="1"/>
          <p:nvPr/>
        </p:nvSpPr>
        <p:spPr>
          <a:xfrm>
            <a:off x="8587635" y="9093994"/>
            <a:ext cx="3319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8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Evoluce</a:t>
            </a:r>
            <a:endParaRPr lang="cs-CZ" sz="28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98EED417-5790-70F2-2320-FA96398D0582}"/>
              </a:ext>
            </a:extLst>
          </p:cNvPr>
          <p:cNvSpPr txBox="1"/>
          <p:nvPr/>
        </p:nvSpPr>
        <p:spPr>
          <a:xfrm>
            <a:off x="8436914" y="9727801"/>
            <a:ext cx="3620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O evoluci se stará </a:t>
            </a:r>
            <a:r>
              <a:rPr lang="cs-CZ" sz="20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EvolutionManager</a:t>
            </a:r>
            <a:r>
              <a: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, který zajišťuje vytvoření nové generace z vybraných agentů a mutace generace</a:t>
            </a:r>
          </a:p>
        </p:txBody>
      </p:sp>
      <p:sp>
        <p:nvSpPr>
          <p:cNvPr id="11" name="Obdélník: se zakulacenými rohy 10">
            <a:extLst>
              <a:ext uri="{FF2B5EF4-FFF2-40B4-BE49-F238E27FC236}">
                <a16:creationId xmlns:a16="http://schemas.microsoft.com/office/drawing/2014/main" id="{DCC8BDF1-DC3E-A70E-50A6-813B70329D89}"/>
              </a:ext>
            </a:extLst>
          </p:cNvPr>
          <p:cNvSpPr/>
          <p:nvPr/>
        </p:nvSpPr>
        <p:spPr>
          <a:xfrm>
            <a:off x="3092339" y="-4506252"/>
            <a:ext cx="6219825" cy="1543050"/>
          </a:xfrm>
          <a:prstGeom prst="roundRect">
            <a:avLst/>
          </a:prstGeom>
          <a:solidFill>
            <a:srgbClr val="000000">
              <a:alpha val="80000"/>
            </a:srgb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EA70BBBE-FE5A-112A-1C12-DC7617DDBC17}"/>
              </a:ext>
            </a:extLst>
          </p:cNvPr>
          <p:cNvSpPr txBox="1"/>
          <p:nvPr/>
        </p:nvSpPr>
        <p:spPr>
          <a:xfrm>
            <a:off x="3501913" y="-4334892"/>
            <a:ext cx="5400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7200" b="1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Architektura</a:t>
            </a:r>
            <a:endParaRPr lang="cs-CZ" sz="7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grpSp>
        <p:nvGrpSpPr>
          <p:cNvPr id="28" name="Skupina 27">
            <a:extLst>
              <a:ext uri="{FF2B5EF4-FFF2-40B4-BE49-F238E27FC236}">
                <a16:creationId xmlns:a16="http://schemas.microsoft.com/office/drawing/2014/main" id="{0066A597-84D3-8154-0F9C-C3D180396BAD}"/>
              </a:ext>
            </a:extLst>
          </p:cNvPr>
          <p:cNvGrpSpPr/>
          <p:nvPr/>
        </p:nvGrpSpPr>
        <p:grpSpPr>
          <a:xfrm>
            <a:off x="1523998" y="198438"/>
            <a:ext cx="9144001" cy="2387600"/>
            <a:chOff x="1523998" y="198438"/>
            <a:chExt cx="9144001" cy="2387600"/>
          </a:xfrm>
        </p:grpSpPr>
        <p:sp>
          <p:nvSpPr>
            <p:cNvPr id="6" name="Obdélník: se zakulacenými rohy 5">
              <a:extLst>
                <a:ext uri="{FF2B5EF4-FFF2-40B4-BE49-F238E27FC236}">
                  <a16:creationId xmlns:a16="http://schemas.microsoft.com/office/drawing/2014/main" id="{05B280FB-3444-708A-B0A0-454B061A6305}"/>
                </a:ext>
              </a:extLst>
            </p:cNvPr>
            <p:cNvSpPr/>
            <p:nvPr/>
          </p:nvSpPr>
          <p:spPr>
            <a:xfrm>
              <a:off x="1523998" y="198438"/>
              <a:ext cx="9144001" cy="238760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" name="TextovéPole 3">
              <a:extLst>
                <a:ext uri="{FF2B5EF4-FFF2-40B4-BE49-F238E27FC236}">
                  <a16:creationId xmlns:a16="http://schemas.microsoft.com/office/drawing/2014/main" id="{583EC708-FAE0-BD18-C10D-53C935064D49}"/>
                </a:ext>
              </a:extLst>
            </p:cNvPr>
            <p:cNvSpPr txBox="1"/>
            <p:nvPr/>
          </p:nvSpPr>
          <p:spPr>
            <a:xfrm>
              <a:off x="3395660" y="369798"/>
              <a:ext cx="54006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Vizualizace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  <p:sp>
          <p:nvSpPr>
            <p:cNvPr id="19" name="TextovéPole 18">
              <a:extLst>
                <a:ext uri="{FF2B5EF4-FFF2-40B4-BE49-F238E27FC236}">
                  <a16:creationId xmlns:a16="http://schemas.microsoft.com/office/drawing/2014/main" id="{7D5B25A6-8A11-5700-1860-C3F2CD56E323}"/>
                </a:ext>
              </a:extLst>
            </p:cNvPr>
            <p:cNvSpPr txBox="1"/>
            <p:nvPr/>
          </p:nvSpPr>
          <p:spPr>
            <a:xfrm>
              <a:off x="3449788" y="1371560"/>
              <a:ext cx="48121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Grid</a:t>
              </a: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 je vizualizován pomocí hranatých závorek [ ], ve kterých se zobrazují herní objekty</a:t>
              </a:r>
            </a:p>
          </p:txBody>
        </p:sp>
      </p:grpSp>
      <p:grpSp>
        <p:nvGrpSpPr>
          <p:cNvPr id="29" name="Skupina 28">
            <a:extLst>
              <a:ext uri="{FF2B5EF4-FFF2-40B4-BE49-F238E27FC236}">
                <a16:creationId xmlns:a16="http://schemas.microsoft.com/office/drawing/2014/main" id="{7F7649C1-6461-DD0E-E3C3-8A54FFAC91F3}"/>
              </a:ext>
            </a:extLst>
          </p:cNvPr>
          <p:cNvGrpSpPr/>
          <p:nvPr/>
        </p:nvGrpSpPr>
        <p:grpSpPr>
          <a:xfrm>
            <a:off x="1780918" y="3618492"/>
            <a:ext cx="2112286" cy="1655762"/>
            <a:chOff x="653707" y="4165601"/>
            <a:chExt cx="2112286" cy="1655762"/>
          </a:xfrm>
        </p:grpSpPr>
        <p:sp>
          <p:nvSpPr>
            <p:cNvPr id="20" name="Obdélník: se zakulacenými rohy 19">
              <a:extLst>
                <a:ext uri="{FF2B5EF4-FFF2-40B4-BE49-F238E27FC236}">
                  <a16:creationId xmlns:a16="http://schemas.microsoft.com/office/drawing/2014/main" id="{924B7529-598D-D2B1-330A-87C70DA03F78}"/>
                </a:ext>
              </a:extLst>
            </p:cNvPr>
            <p:cNvSpPr/>
            <p:nvPr/>
          </p:nvSpPr>
          <p:spPr>
            <a:xfrm>
              <a:off x="697815" y="4165601"/>
              <a:ext cx="2024071" cy="1655762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TextovéPole 26">
              <a:extLst>
                <a:ext uri="{FF2B5EF4-FFF2-40B4-BE49-F238E27FC236}">
                  <a16:creationId xmlns:a16="http://schemas.microsoft.com/office/drawing/2014/main" id="{1BE5EE61-3923-CDFB-0F8A-10A8B393A43D}"/>
                </a:ext>
              </a:extLst>
            </p:cNvPr>
            <p:cNvSpPr txBox="1"/>
            <p:nvPr/>
          </p:nvSpPr>
          <p:spPr>
            <a:xfrm>
              <a:off x="653707" y="4434452"/>
              <a:ext cx="211228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Agent = *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Jídlo = X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Manager = M</a:t>
              </a:r>
            </a:p>
          </p:txBody>
        </p:sp>
      </p:grpSp>
      <p:grpSp>
        <p:nvGrpSpPr>
          <p:cNvPr id="33" name="Skupina 32">
            <a:extLst>
              <a:ext uri="{FF2B5EF4-FFF2-40B4-BE49-F238E27FC236}">
                <a16:creationId xmlns:a16="http://schemas.microsoft.com/office/drawing/2014/main" id="{D9A3AA4A-357A-735B-2E88-4F6AD1615705}"/>
              </a:ext>
            </a:extLst>
          </p:cNvPr>
          <p:cNvGrpSpPr/>
          <p:nvPr/>
        </p:nvGrpSpPr>
        <p:grpSpPr>
          <a:xfrm>
            <a:off x="4337649" y="2692490"/>
            <a:ext cx="6625706" cy="4078699"/>
            <a:chOff x="4337649" y="2692490"/>
            <a:chExt cx="6625706" cy="4078699"/>
          </a:xfrm>
        </p:grpSpPr>
        <p:sp>
          <p:nvSpPr>
            <p:cNvPr id="30" name="Obdélník: se zakulacenými rohy 29">
              <a:extLst>
                <a:ext uri="{FF2B5EF4-FFF2-40B4-BE49-F238E27FC236}">
                  <a16:creationId xmlns:a16="http://schemas.microsoft.com/office/drawing/2014/main" id="{1B2CA014-5962-6986-F8B3-82FA90D5CA9B}"/>
                </a:ext>
              </a:extLst>
            </p:cNvPr>
            <p:cNvSpPr/>
            <p:nvPr/>
          </p:nvSpPr>
          <p:spPr>
            <a:xfrm>
              <a:off x="4337649" y="2692490"/>
              <a:ext cx="6625706" cy="4078699"/>
            </a:xfrm>
            <a:custGeom>
              <a:avLst/>
              <a:gdLst>
                <a:gd name="csX0" fmla="*/ 0 w 7373073"/>
                <a:gd name="csY0" fmla="*/ 679797 h 4078699"/>
                <a:gd name="csX1" fmla="*/ 679797 w 7373073"/>
                <a:gd name="csY1" fmla="*/ 0 h 4078699"/>
                <a:gd name="csX2" fmla="*/ 6693276 w 7373073"/>
                <a:gd name="csY2" fmla="*/ 0 h 4078699"/>
                <a:gd name="csX3" fmla="*/ 7373073 w 7373073"/>
                <a:gd name="csY3" fmla="*/ 679797 h 4078699"/>
                <a:gd name="csX4" fmla="*/ 7373073 w 7373073"/>
                <a:gd name="csY4" fmla="*/ 3398902 h 4078699"/>
                <a:gd name="csX5" fmla="*/ 6693276 w 7373073"/>
                <a:gd name="csY5" fmla="*/ 4078699 h 4078699"/>
                <a:gd name="csX6" fmla="*/ 679797 w 7373073"/>
                <a:gd name="csY6" fmla="*/ 4078699 h 4078699"/>
                <a:gd name="csX7" fmla="*/ 0 w 7373073"/>
                <a:gd name="csY7" fmla="*/ 3398902 h 4078699"/>
                <a:gd name="csX8" fmla="*/ 0 w 7373073"/>
                <a:gd name="csY8" fmla="*/ 679797 h 4078699"/>
                <a:gd name="csX0" fmla="*/ 416689 w 7373073"/>
                <a:gd name="csY0" fmla="*/ 645073 h 4078699"/>
                <a:gd name="csX1" fmla="*/ 679797 w 7373073"/>
                <a:gd name="csY1" fmla="*/ 0 h 4078699"/>
                <a:gd name="csX2" fmla="*/ 6693276 w 7373073"/>
                <a:gd name="csY2" fmla="*/ 0 h 4078699"/>
                <a:gd name="csX3" fmla="*/ 7373073 w 7373073"/>
                <a:gd name="csY3" fmla="*/ 679797 h 4078699"/>
                <a:gd name="csX4" fmla="*/ 7373073 w 7373073"/>
                <a:gd name="csY4" fmla="*/ 3398902 h 4078699"/>
                <a:gd name="csX5" fmla="*/ 6693276 w 7373073"/>
                <a:gd name="csY5" fmla="*/ 4078699 h 4078699"/>
                <a:gd name="csX6" fmla="*/ 679797 w 7373073"/>
                <a:gd name="csY6" fmla="*/ 4078699 h 4078699"/>
                <a:gd name="csX7" fmla="*/ 0 w 7373073"/>
                <a:gd name="csY7" fmla="*/ 3398902 h 4078699"/>
                <a:gd name="csX8" fmla="*/ 416689 w 7373073"/>
                <a:gd name="csY8" fmla="*/ 645073 h 4078699"/>
                <a:gd name="csX0" fmla="*/ 15745 w 6972129"/>
                <a:gd name="csY0" fmla="*/ 645073 h 4078699"/>
                <a:gd name="csX1" fmla="*/ 278853 w 6972129"/>
                <a:gd name="csY1" fmla="*/ 0 h 4078699"/>
                <a:gd name="csX2" fmla="*/ 6292332 w 6972129"/>
                <a:gd name="csY2" fmla="*/ 0 h 4078699"/>
                <a:gd name="csX3" fmla="*/ 6972129 w 6972129"/>
                <a:gd name="csY3" fmla="*/ 679797 h 4078699"/>
                <a:gd name="csX4" fmla="*/ 6972129 w 6972129"/>
                <a:gd name="csY4" fmla="*/ 3398902 h 4078699"/>
                <a:gd name="csX5" fmla="*/ 6292332 w 6972129"/>
                <a:gd name="csY5" fmla="*/ 4078699 h 4078699"/>
                <a:gd name="csX6" fmla="*/ 278853 w 6972129"/>
                <a:gd name="csY6" fmla="*/ 4078699 h 4078699"/>
                <a:gd name="csX7" fmla="*/ 38894 w 6972129"/>
                <a:gd name="csY7" fmla="*/ 3560948 h 4078699"/>
                <a:gd name="csX8" fmla="*/ 15745 w 6972129"/>
                <a:gd name="csY8" fmla="*/ 645073 h 4078699"/>
                <a:gd name="csX0" fmla="*/ 15745 w 6972129"/>
                <a:gd name="csY0" fmla="*/ 645073 h 4078699"/>
                <a:gd name="csX1" fmla="*/ 278853 w 6972129"/>
                <a:gd name="csY1" fmla="*/ 0 h 4078699"/>
                <a:gd name="csX2" fmla="*/ 6292332 w 6972129"/>
                <a:gd name="csY2" fmla="*/ 0 h 4078699"/>
                <a:gd name="csX3" fmla="*/ 6543866 w 6972129"/>
                <a:gd name="csY3" fmla="*/ 679797 h 4078699"/>
                <a:gd name="csX4" fmla="*/ 6972129 w 6972129"/>
                <a:gd name="csY4" fmla="*/ 3398902 h 4078699"/>
                <a:gd name="csX5" fmla="*/ 6292332 w 6972129"/>
                <a:gd name="csY5" fmla="*/ 4078699 h 4078699"/>
                <a:gd name="csX6" fmla="*/ 278853 w 6972129"/>
                <a:gd name="csY6" fmla="*/ 4078699 h 4078699"/>
                <a:gd name="csX7" fmla="*/ 38894 w 6972129"/>
                <a:gd name="csY7" fmla="*/ 3560948 h 4078699"/>
                <a:gd name="csX8" fmla="*/ 15745 w 6972129"/>
                <a:gd name="csY8" fmla="*/ 645073 h 4078699"/>
                <a:gd name="csX0" fmla="*/ 15745 w 6587840"/>
                <a:gd name="csY0" fmla="*/ 645073 h 4078699"/>
                <a:gd name="csX1" fmla="*/ 278853 w 6587840"/>
                <a:gd name="csY1" fmla="*/ 0 h 4078699"/>
                <a:gd name="csX2" fmla="*/ 6292332 w 6587840"/>
                <a:gd name="csY2" fmla="*/ 0 h 4078699"/>
                <a:gd name="csX3" fmla="*/ 6543866 w 6587840"/>
                <a:gd name="csY3" fmla="*/ 679797 h 4078699"/>
                <a:gd name="csX4" fmla="*/ 6578589 w 6587840"/>
                <a:gd name="csY4" fmla="*/ 3433626 h 4078699"/>
                <a:gd name="csX5" fmla="*/ 6292332 w 6587840"/>
                <a:gd name="csY5" fmla="*/ 4078699 h 4078699"/>
                <a:gd name="csX6" fmla="*/ 278853 w 6587840"/>
                <a:gd name="csY6" fmla="*/ 4078699 h 4078699"/>
                <a:gd name="csX7" fmla="*/ 38894 w 6587840"/>
                <a:gd name="csY7" fmla="*/ 3560948 h 4078699"/>
                <a:gd name="csX8" fmla="*/ 15745 w 6587840"/>
                <a:gd name="csY8" fmla="*/ 645073 h 4078699"/>
                <a:gd name="csX0" fmla="*/ 6468 w 6614123"/>
                <a:gd name="csY0" fmla="*/ 645073 h 4078699"/>
                <a:gd name="csX1" fmla="*/ 305136 w 6614123"/>
                <a:gd name="csY1" fmla="*/ 0 h 4078699"/>
                <a:gd name="csX2" fmla="*/ 6318615 w 6614123"/>
                <a:gd name="csY2" fmla="*/ 0 h 4078699"/>
                <a:gd name="csX3" fmla="*/ 6570149 w 6614123"/>
                <a:gd name="csY3" fmla="*/ 679797 h 4078699"/>
                <a:gd name="csX4" fmla="*/ 6604872 w 6614123"/>
                <a:gd name="csY4" fmla="*/ 3433626 h 4078699"/>
                <a:gd name="csX5" fmla="*/ 6318615 w 6614123"/>
                <a:gd name="csY5" fmla="*/ 4078699 h 4078699"/>
                <a:gd name="csX6" fmla="*/ 305136 w 6614123"/>
                <a:gd name="csY6" fmla="*/ 4078699 h 4078699"/>
                <a:gd name="csX7" fmla="*/ 65177 w 6614123"/>
                <a:gd name="csY7" fmla="*/ 3560948 h 4078699"/>
                <a:gd name="csX8" fmla="*/ 6468 w 6614123"/>
                <a:gd name="csY8" fmla="*/ 645073 h 4078699"/>
                <a:gd name="csX0" fmla="*/ 6468 w 6614123"/>
                <a:gd name="csY0" fmla="*/ 645073 h 4078699"/>
                <a:gd name="csX1" fmla="*/ 305136 w 6614123"/>
                <a:gd name="csY1" fmla="*/ 0 h 4078699"/>
                <a:gd name="csX2" fmla="*/ 6318615 w 6614123"/>
                <a:gd name="csY2" fmla="*/ 0 h 4078699"/>
                <a:gd name="csX3" fmla="*/ 6570149 w 6614123"/>
                <a:gd name="csY3" fmla="*/ 679797 h 4078699"/>
                <a:gd name="csX4" fmla="*/ 6604872 w 6614123"/>
                <a:gd name="csY4" fmla="*/ 3433626 h 4078699"/>
                <a:gd name="csX5" fmla="*/ 6318615 w 6614123"/>
                <a:gd name="csY5" fmla="*/ 4078699 h 4078699"/>
                <a:gd name="csX6" fmla="*/ 305136 w 6614123"/>
                <a:gd name="csY6" fmla="*/ 4078699 h 4078699"/>
                <a:gd name="csX7" fmla="*/ 34697 w 6614123"/>
                <a:gd name="csY7" fmla="*/ 3560948 h 4078699"/>
                <a:gd name="csX8" fmla="*/ 6468 w 6614123"/>
                <a:gd name="csY8" fmla="*/ 645073 h 4078699"/>
                <a:gd name="csX0" fmla="*/ 6468 w 6614123"/>
                <a:gd name="csY0" fmla="*/ 645073 h 4078699"/>
                <a:gd name="csX1" fmla="*/ 305136 w 6614123"/>
                <a:gd name="csY1" fmla="*/ 0 h 4078699"/>
                <a:gd name="csX2" fmla="*/ 6318615 w 6614123"/>
                <a:gd name="csY2" fmla="*/ 0 h 4078699"/>
                <a:gd name="csX3" fmla="*/ 6570149 w 6614123"/>
                <a:gd name="csY3" fmla="*/ 679797 h 4078699"/>
                <a:gd name="csX4" fmla="*/ 6604872 w 6614123"/>
                <a:gd name="csY4" fmla="*/ 3433626 h 4078699"/>
                <a:gd name="csX5" fmla="*/ 6318615 w 6614123"/>
                <a:gd name="csY5" fmla="*/ 4078699 h 4078699"/>
                <a:gd name="csX6" fmla="*/ 305136 w 6614123"/>
                <a:gd name="csY6" fmla="*/ 4078699 h 4078699"/>
                <a:gd name="csX7" fmla="*/ 34697 w 6614123"/>
                <a:gd name="csY7" fmla="*/ 3560948 h 4078699"/>
                <a:gd name="csX8" fmla="*/ 6468 w 6614123"/>
                <a:gd name="csY8" fmla="*/ 645073 h 4078699"/>
                <a:gd name="csX0" fmla="*/ 6468 w 6614123"/>
                <a:gd name="csY0" fmla="*/ 645073 h 4078699"/>
                <a:gd name="csX1" fmla="*/ 305136 w 6614123"/>
                <a:gd name="csY1" fmla="*/ 0 h 4078699"/>
                <a:gd name="csX2" fmla="*/ 6318615 w 6614123"/>
                <a:gd name="csY2" fmla="*/ 0 h 4078699"/>
                <a:gd name="csX3" fmla="*/ 6570149 w 6614123"/>
                <a:gd name="csY3" fmla="*/ 679797 h 4078699"/>
                <a:gd name="csX4" fmla="*/ 6604872 w 6614123"/>
                <a:gd name="csY4" fmla="*/ 3433626 h 4078699"/>
                <a:gd name="csX5" fmla="*/ 6318615 w 6614123"/>
                <a:gd name="csY5" fmla="*/ 4078699 h 4078699"/>
                <a:gd name="csX6" fmla="*/ 305136 w 6614123"/>
                <a:gd name="csY6" fmla="*/ 4078699 h 4078699"/>
                <a:gd name="csX7" fmla="*/ 34697 w 6614123"/>
                <a:gd name="csY7" fmla="*/ 3560948 h 4078699"/>
                <a:gd name="csX8" fmla="*/ 6468 w 6614123"/>
                <a:gd name="csY8" fmla="*/ 645073 h 4078699"/>
                <a:gd name="csX0" fmla="*/ 0 w 6607655"/>
                <a:gd name="csY0" fmla="*/ 645073 h 4078699"/>
                <a:gd name="csX1" fmla="*/ 298668 w 6607655"/>
                <a:gd name="csY1" fmla="*/ 0 h 4078699"/>
                <a:gd name="csX2" fmla="*/ 6312147 w 6607655"/>
                <a:gd name="csY2" fmla="*/ 0 h 4078699"/>
                <a:gd name="csX3" fmla="*/ 6563681 w 6607655"/>
                <a:gd name="csY3" fmla="*/ 679797 h 4078699"/>
                <a:gd name="csX4" fmla="*/ 6598404 w 6607655"/>
                <a:gd name="csY4" fmla="*/ 3433626 h 4078699"/>
                <a:gd name="csX5" fmla="*/ 6312147 w 6607655"/>
                <a:gd name="csY5" fmla="*/ 4078699 h 4078699"/>
                <a:gd name="csX6" fmla="*/ 298668 w 6607655"/>
                <a:gd name="csY6" fmla="*/ 4078699 h 4078699"/>
                <a:gd name="csX7" fmla="*/ 28229 w 6607655"/>
                <a:gd name="csY7" fmla="*/ 3560948 h 4078699"/>
                <a:gd name="csX8" fmla="*/ 0 w 6607655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5703 w 6609677"/>
                <a:gd name="csY3" fmla="*/ 67979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5703 w 6609677"/>
                <a:gd name="csY3" fmla="*/ 67979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91103 w 6609677"/>
                <a:gd name="csY3" fmla="*/ 68995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91103 w 6609677"/>
                <a:gd name="csY3" fmla="*/ 5731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0623 w 6609677"/>
                <a:gd name="csY3" fmla="*/ 5731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0623 w 6609677"/>
                <a:gd name="csY3" fmla="*/ 5731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0623 w 6609677"/>
                <a:gd name="csY3" fmla="*/ 5731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5703 w 6609677"/>
                <a:gd name="csY3" fmla="*/ 4969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601263 w 6609677"/>
                <a:gd name="csY3" fmla="*/ 5223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25706"/>
                <a:gd name="csY0" fmla="*/ 645073 h 4078699"/>
                <a:gd name="csX1" fmla="*/ 300690 w 6625706"/>
                <a:gd name="csY1" fmla="*/ 0 h 4078699"/>
                <a:gd name="csX2" fmla="*/ 6314169 w 6625706"/>
                <a:gd name="csY2" fmla="*/ 0 h 4078699"/>
                <a:gd name="csX3" fmla="*/ 6601263 w 6625706"/>
                <a:gd name="csY3" fmla="*/ 522317 h 4078699"/>
                <a:gd name="csX4" fmla="*/ 6620746 w 6625706"/>
                <a:gd name="csY4" fmla="*/ 3453946 h 4078699"/>
                <a:gd name="csX5" fmla="*/ 6314169 w 6625706"/>
                <a:gd name="csY5" fmla="*/ 4078699 h 4078699"/>
                <a:gd name="csX6" fmla="*/ 300690 w 6625706"/>
                <a:gd name="csY6" fmla="*/ 4078699 h 4078699"/>
                <a:gd name="csX7" fmla="*/ 30251 w 6625706"/>
                <a:gd name="csY7" fmla="*/ 3560948 h 4078699"/>
                <a:gd name="csX8" fmla="*/ 2022 w 6625706"/>
                <a:gd name="csY8" fmla="*/ 645073 h 4078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625706" h="4078699">
                  <a:moveTo>
                    <a:pt x="2022" y="645073"/>
                  </a:moveTo>
                  <a:cubicBezTo>
                    <a:pt x="12182" y="345831"/>
                    <a:pt x="-74752" y="0"/>
                    <a:pt x="300690" y="0"/>
                  </a:cubicBezTo>
                  <a:lnTo>
                    <a:pt x="6314169" y="0"/>
                  </a:lnTo>
                  <a:cubicBezTo>
                    <a:pt x="6689611" y="0"/>
                    <a:pt x="6580943" y="167195"/>
                    <a:pt x="6601263" y="522317"/>
                  </a:cubicBezTo>
                  <a:cubicBezTo>
                    <a:pt x="6604371" y="1436873"/>
                    <a:pt x="6617638" y="2539390"/>
                    <a:pt x="6620746" y="3453946"/>
                  </a:cubicBezTo>
                  <a:cubicBezTo>
                    <a:pt x="6620746" y="3829388"/>
                    <a:pt x="6689611" y="4078699"/>
                    <a:pt x="6314169" y="4078699"/>
                  </a:cubicBezTo>
                  <a:lnTo>
                    <a:pt x="300690" y="4078699"/>
                  </a:lnTo>
                  <a:cubicBezTo>
                    <a:pt x="-74752" y="4078699"/>
                    <a:pt x="65811" y="3977030"/>
                    <a:pt x="30251" y="3560948"/>
                  </a:cubicBezTo>
                  <a:cubicBezTo>
                    <a:pt x="30251" y="2654580"/>
                    <a:pt x="2022" y="1551441"/>
                    <a:pt x="2022" y="645073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32" name="Obrázek 31">
              <a:extLst>
                <a:ext uri="{FF2B5EF4-FFF2-40B4-BE49-F238E27FC236}">
                  <a16:creationId xmlns:a16="http://schemas.microsoft.com/office/drawing/2014/main" id="{2BA85593-A01F-EBDA-9FED-1E1703E56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7974" y="2772927"/>
              <a:ext cx="6294207" cy="3917823"/>
            </a:xfrm>
            <a:prstGeom prst="rect">
              <a:avLst/>
            </a:prstGeom>
          </p:spPr>
        </p:pic>
      </p:grpSp>
      <p:grpSp>
        <p:nvGrpSpPr>
          <p:cNvPr id="34" name="Skupina 33">
            <a:extLst>
              <a:ext uri="{FF2B5EF4-FFF2-40B4-BE49-F238E27FC236}">
                <a16:creationId xmlns:a16="http://schemas.microsoft.com/office/drawing/2014/main" id="{0861BFBB-9022-8535-D919-40699C00BB57}"/>
              </a:ext>
            </a:extLst>
          </p:cNvPr>
          <p:cNvGrpSpPr/>
          <p:nvPr/>
        </p:nvGrpSpPr>
        <p:grpSpPr>
          <a:xfrm>
            <a:off x="4368321" y="-3600000"/>
            <a:ext cx="3455354" cy="1212342"/>
            <a:chOff x="3956302" y="399871"/>
            <a:chExt cx="3455354" cy="1212342"/>
          </a:xfrm>
        </p:grpSpPr>
        <p:sp>
          <p:nvSpPr>
            <p:cNvPr id="35" name="Obdélník: se zakulacenými rohy 34">
              <a:extLst>
                <a:ext uri="{FF2B5EF4-FFF2-40B4-BE49-F238E27FC236}">
                  <a16:creationId xmlns:a16="http://schemas.microsoft.com/office/drawing/2014/main" id="{EE87975B-C6B5-10EC-DDD3-0D62791C879B}"/>
                </a:ext>
              </a:extLst>
            </p:cNvPr>
            <p:cNvSpPr/>
            <p:nvPr/>
          </p:nvSpPr>
          <p:spPr>
            <a:xfrm>
              <a:off x="3956302" y="492826"/>
              <a:ext cx="3455354" cy="111938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TextovéPole 35">
              <a:extLst>
                <a:ext uri="{FF2B5EF4-FFF2-40B4-BE49-F238E27FC236}">
                  <a16:creationId xmlns:a16="http://schemas.microsoft.com/office/drawing/2014/main" id="{E21743E8-1B85-A312-356A-94D733A55909}"/>
                </a:ext>
              </a:extLst>
            </p:cNvPr>
            <p:cNvSpPr txBox="1"/>
            <p:nvPr/>
          </p:nvSpPr>
          <p:spPr>
            <a:xfrm>
              <a:off x="4097053" y="399871"/>
              <a:ext cx="31738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Agent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37" name="Skupina 36">
            <a:extLst>
              <a:ext uri="{FF2B5EF4-FFF2-40B4-BE49-F238E27FC236}">
                <a16:creationId xmlns:a16="http://schemas.microsoft.com/office/drawing/2014/main" id="{68A05643-573E-FC4A-0DE9-290AAC7038CE}"/>
              </a:ext>
            </a:extLst>
          </p:cNvPr>
          <p:cNvGrpSpPr/>
          <p:nvPr/>
        </p:nvGrpSpPr>
        <p:grpSpPr>
          <a:xfrm>
            <a:off x="4935470" y="10800000"/>
            <a:ext cx="2535389" cy="1470567"/>
            <a:chOff x="914399" y="2129741"/>
            <a:chExt cx="2535389" cy="1470567"/>
          </a:xfrm>
        </p:grpSpPr>
        <p:sp>
          <p:nvSpPr>
            <p:cNvPr id="38" name="Obdélník: se zakulacenými rohy 37">
              <a:extLst>
                <a:ext uri="{FF2B5EF4-FFF2-40B4-BE49-F238E27FC236}">
                  <a16:creationId xmlns:a16="http://schemas.microsoft.com/office/drawing/2014/main" id="{C0C5045E-A56E-ECA9-ECFA-CF95CF0F15B6}"/>
                </a:ext>
              </a:extLst>
            </p:cNvPr>
            <p:cNvSpPr/>
            <p:nvPr/>
          </p:nvSpPr>
          <p:spPr>
            <a:xfrm>
              <a:off x="914399" y="2129741"/>
              <a:ext cx="2535389" cy="147056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9" name="TextovéPole 38">
              <a:extLst>
                <a:ext uri="{FF2B5EF4-FFF2-40B4-BE49-F238E27FC236}">
                  <a16:creationId xmlns:a16="http://schemas.microsoft.com/office/drawing/2014/main" id="{318F4901-BCBF-DC74-D091-9B0CCC06D552}"/>
                </a:ext>
              </a:extLst>
            </p:cNvPr>
            <p:cNvSpPr txBox="1"/>
            <p:nvPr/>
          </p:nvSpPr>
          <p:spPr>
            <a:xfrm>
              <a:off x="1546786" y="2308025"/>
              <a:ext cx="12384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Akce</a:t>
              </a:r>
            </a:p>
          </p:txBody>
        </p:sp>
        <p:sp>
          <p:nvSpPr>
            <p:cNvPr id="40" name="TextovéPole 39">
              <a:extLst>
                <a:ext uri="{FF2B5EF4-FFF2-40B4-BE49-F238E27FC236}">
                  <a16:creationId xmlns:a16="http://schemas.microsoft.com/office/drawing/2014/main" id="{045FED29-D07F-C05B-95E1-A3D5D2C84351}"/>
                </a:ext>
              </a:extLst>
            </p:cNvPr>
            <p:cNvSpPr txBox="1"/>
            <p:nvPr/>
          </p:nvSpPr>
          <p:spPr>
            <a:xfrm>
              <a:off x="914400" y="2870522"/>
              <a:ext cx="24812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13 možností pohybu</a:t>
              </a:r>
            </a:p>
          </p:txBody>
        </p:sp>
      </p:grpSp>
      <p:grpSp>
        <p:nvGrpSpPr>
          <p:cNvPr id="41" name="Skupina 40">
            <a:extLst>
              <a:ext uri="{FF2B5EF4-FFF2-40B4-BE49-F238E27FC236}">
                <a16:creationId xmlns:a16="http://schemas.microsoft.com/office/drawing/2014/main" id="{D0FD8243-E9D0-A64F-0E06-778B7820FC8A}"/>
              </a:ext>
            </a:extLst>
          </p:cNvPr>
          <p:cNvGrpSpPr/>
          <p:nvPr/>
        </p:nvGrpSpPr>
        <p:grpSpPr>
          <a:xfrm>
            <a:off x="18000000" y="2196000"/>
            <a:ext cx="3958542" cy="3836189"/>
            <a:chOff x="1399793" y="2129741"/>
            <a:chExt cx="1526657" cy="1881518"/>
          </a:xfrm>
        </p:grpSpPr>
        <p:sp>
          <p:nvSpPr>
            <p:cNvPr id="42" name="Obdélník: se zakulacenými rohy 41">
              <a:extLst>
                <a:ext uri="{FF2B5EF4-FFF2-40B4-BE49-F238E27FC236}">
                  <a16:creationId xmlns:a16="http://schemas.microsoft.com/office/drawing/2014/main" id="{49871D96-FED1-8C33-5874-A1B384D4B885}"/>
                </a:ext>
              </a:extLst>
            </p:cNvPr>
            <p:cNvSpPr/>
            <p:nvPr/>
          </p:nvSpPr>
          <p:spPr>
            <a:xfrm>
              <a:off x="1399793" y="2129741"/>
              <a:ext cx="1526657" cy="1881518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3" name="TextovéPole 42">
              <a:extLst>
                <a:ext uri="{FF2B5EF4-FFF2-40B4-BE49-F238E27FC236}">
                  <a16:creationId xmlns:a16="http://schemas.microsoft.com/office/drawing/2014/main" id="{D32F0367-D8FD-4CFB-4020-CDF4EE3ECDAC}"/>
                </a:ext>
              </a:extLst>
            </p:cNvPr>
            <p:cNvSpPr txBox="1"/>
            <p:nvPr/>
          </p:nvSpPr>
          <p:spPr>
            <a:xfrm>
              <a:off x="1534839" y="2217183"/>
              <a:ext cx="1238492" cy="317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Energie</a:t>
              </a:r>
            </a:p>
          </p:txBody>
        </p:sp>
        <p:sp>
          <p:nvSpPr>
            <p:cNvPr id="44" name="TextovéPole 43">
              <a:extLst>
                <a:ext uri="{FF2B5EF4-FFF2-40B4-BE49-F238E27FC236}">
                  <a16:creationId xmlns:a16="http://schemas.microsoft.com/office/drawing/2014/main" id="{4FD85824-8722-AF79-952B-9407E9454999}"/>
                </a:ext>
              </a:extLst>
            </p:cNvPr>
            <p:cNvSpPr txBox="1"/>
            <p:nvPr/>
          </p:nvSpPr>
          <p:spPr>
            <a:xfrm>
              <a:off x="1459544" y="2540155"/>
              <a:ext cx="1409178" cy="1403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Akce agenta stojí energii, která je také odečítána každou herní vteřinu. 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Pokud energie dojde, agent zemře. 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Energii lze doplnit jídlem. Přežije tedy ten agent, který se úspěšně naučí jíst co nejefektivněji jídlo.</a:t>
              </a:r>
            </a:p>
          </p:txBody>
        </p:sp>
      </p:grp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B955220C-849B-D5E4-E7C0-44DF6E8C01F2}"/>
              </a:ext>
            </a:extLst>
          </p:cNvPr>
          <p:cNvGrpSpPr/>
          <p:nvPr/>
        </p:nvGrpSpPr>
        <p:grpSpPr>
          <a:xfrm>
            <a:off x="372204" y="12187112"/>
            <a:ext cx="5300167" cy="1182950"/>
            <a:chOff x="401623" y="5476612"/>
            <a:chExt cx="5300167" cy="1182950"/>
          </a:xfrm>
        </p:grpSpPr>
        <p:sp>
          <p:nvSpPr>
            <p:cNvPr id="12" name="Obdélník: se zakulacenými rohy 11">
              <a:extLst>
                <a:ext uri="{FF2B5EF4-FFF2-40B4-BE49-F238E27FC236}">
                  <a16:creationId xmlns:a16="http://schemas.microsoft.com/office/drawing/2014/main" id="{A11F050A-3C15-757E-2FC1-9E41AA16F3FD}"/>
                </a:ext>
              </a:extLst>
            </p:cNvPr>
            <p:cNvSpPr/>
            <p:nvPr/>
          </p:nvSpPr>
          <p:spPr>
            <a:xfrm>
              <a:off x="470336" y="5476612"/>
              <a:ext cx="5183110" cy="11829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TextovéPole 30">
              <a:extLst>
                <a:ext uri="{FF2B5EF4-FFF2-40B4-BE49-F238E27FC236}">
                  <a16:creationId xmlns:a16="http://schemas.microsoft.com/office/drawing/2014/main" id="{0C5FF715-B2D0-1277-1F5B-355AB26CAB3E}"/>
                </a:ext>
              </a:extLst>
            </p:cNvPr>
            <p:cNvSpPr txBox="1"/>
            <p:nvPr/>
          </p:nvSpPr>
          <p:spPr>
            <a:xfrm>
              <a:off x="401623" y="5574564"/>
              <a:ext cx="53001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8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Vlastní PCG-XSH-RR generátor</a:t>
              </a:r>
            </a:p>
          </p:txBody>
        </p:sp>
        <p:sp>
          <p:nvSpPr>
            <p:cNvPr id="49" name="TextovéPole 48">
              <a:extLst>
                <a:ext uri="{FF2B5EF4-FFF2-40B4-BE49-F238E27FC236}">
                  <a16:creationId xmlns:a16="http://schemas.microsoft.com/office/drawing/2014/main" id="{708F7330-D7CA-8E78-D6C4-28EDF7A7BD1C}"/>
                </a:ext>
              </a:extLst>
            </p:cNvPr>
            <p:cNvSpPr txBox="1"/>
            <p:nvPr/>
          </p:nvSpPr>
          <p:spPr>
            <a:xfrm>
              <a:off x="1122744" y="6097784"/>
              <a:ext cx="37733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determinismus </a:t>
              </a:r>
            </a:p>
          </p:txBody>
        </p:sp>
      </p:grpSp>
      <p:grpSp>
        <p:nvGrpSpPr>
          <p:cNvPr id="51" name="Skupina 50">
            <a:extLst>
              <a:ext uri="{FF2B5EF4-FFF2-40B4-BE49-F238E27FC236}">
                <a16:creationId xmlns:a16="http://schemas.microsoft.com/office/drawing/2014/main" id="{F38F086B-4AD7-286C-6F03-936DF76500C3}"/>
              </a:ext>
            </a:extLst>
          </p:cNvPr>
          <p:cNvGrpSpPr/>
          <p:nvPr/>
        </p:nvGrpSpPr>
        <p:grpSpPr>
          <a:xfrm>
            <a:off x="-9000000" y="2196000"/>
            <a:ext cx="3962883" cy="3940359"/>
            <a:chOff x="1399793" y="2129741"/>
            <a:chExt cx="1528331" cy="1932610"/>
          </a:xfrm>
        </p:grpSpPr>
        <p:sp>
          <p:nvSpPr>
            <p:cNvPr id="52" name="Obdélník: se zakulacenými rohy 51">
              <a:extLst>
                <a:ext uri="{FF2B5EF4-FFF2-40B4-BE49-F238E27FC236}">
                  <a16:creationId xmlns:a16="http://schemas.microsoft.com/office/drawing/2014/main" id="{06A17BC7-8DEF-F144-7ABC-907074809C79}"/>
                </a:ext>
              </a:extLst>
            </p:cNvPr>
            <p:cNvSpPr/>
            <p:nvPr/>
          </p:nvSpPr>
          <p:spPr>
            <a:xfrm>
              <a:off x="1399793" y="2129741"/>
              <a:ext cx="1526657" cy="1881518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3" name="TextovéPole 52">
              <a:extLst>
                <a:ext uri="{FF2B5EF4-FFF2-40B4-BE49-F238E27FC236}">
                  <a16:creationId xmlns:a16="http://schemas.microsoft.com/office/drawing/2014/main" id="{E2B07A8F-F74C-994A-0834-23F73878B58C}"/>
                </a:ext>
              </a:extLst>
            </p:cNvPr>
            <p:cNvSpPr txBox="1"/>
            <p:nvPr/>
          </p:nvSpPr>
          <p:spPr>
            <a:xfrm>
              <a:off x="1546786" y="2308025"/>
              <a:ext cx="123849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Neuronová síť</a:t>
              </a:r>
            </a:p>
          </p:txBody>
        </p:sp>
        <p:sp>
          <p:nvSpPr>
            <p:cNvPr id="54" name="TextovéPole 53">
              <a:extLst>
                <a:ext uri="{FF2B5EF4-FFF2-40B4-BE49-F238E27FC236}">
                  <a16:creationId xmlns:a16="http://schemas.microsoft.com/office/drawing/2014/main" id="{C943E182-0DF0-1564-7FA2-8BCF135C99AA}"/>
                </a:ext>
              </a:extLst>
            </p:cNvPr>
            <p:cNvSpPr txBox="1"/>
            <p:nvPr/>
          </p:nvSpPr>
          <p:spPr>
            <a:xfrm>
              <a:off x="1518946" y="2583762"/>
              <a:ext cx="1409178" cy="1373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Vstup (7):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Vzdálenost k nejbližšímu jídlu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Současná energie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Vzdálenost od okrajů</a:t>
              </a:r>
            </a:p>
            <a:p>
              <a:r>
                <a:rPr lang="cs-CZ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Výstup (13):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1 pro každou akci.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Nejvyšší výstup určí akci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9232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F3BC4-62CA-A3B6-D05F-25D8716C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62E943-A066-5D36-5311-A04913FD15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37F8154-44D8-5409-2404-C50FEED316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0F9171B2-C711-9FC2-15EE-8E3A69C086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9" name="Skupina 58">
            <a:extLst>
              <a:ext uri="{FF2B5EF4-FFF2-40B4-BE49-F238E27FC236}">
                <a16:creationId xmlns:a16="http://schemas.microsoft.com/office/drawing/2014/main" id="{FB8E397F-ADE9-2A91-B100-56231DB41DE1}"/>
              </a:ext>
            </a:extLst>
          </p:cNvPr>
          <p:cNvGrpSpPr/>
          <p:nvPr/>
        </p:nvGrpSpPr>
        <p:grpSpPr>
          <a:xfrm>
            <a:off x="4368321" y="298104"/>
            <a:ext cx="3455354" cy="1212342"/>
            <a:chOff x="3956302" y="399871"/>
            <a:chExt cx="3455354" cy="1212342"/>
          </a:xfrm>
        </p:grpSpPr>
        <p:sp>
          <p:nvSpPr>
            <p:cNvPr id="6" name="Obdélník: se zakulacenými rohy 5">
              <a:extLst>
                <a:ext uri="{FF2B5EF4-FFF2-40B4-BE49-F238E27FC236}">
                  <a16:creationId xmlns:a16="http://schemas.microsoft.com/office/drawing/2014/main" id="{D6508012-1490-37E3-E1E3-85F9FC9F5DE7}"/>
                </a:ext>
              </a:extLst>
            </p:cNvPr>
            <p:cNvSpPr/>
            <p:nvPr/>
          </p:nvSpPr>
          <p:spPr>
            <a:xfrm>
              <a:off x="3956302" y="492826"/>
              <a:ext cx="3455354" cy="111938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" name="TextovéPole 3">
              <a:extLst>
                <a:ext uri="{FF2B5EF4-FFF2-40B4-BE49-F238E27FC236}">
                  <a16:creationId xmlns:a16="http://schemas.microsoft.com/office/drawing/2014/main" id="{25BEB7E8-4502-5C25-7EF8-363B67B08597}"/>
                </a:ext>
              </a:extLst>
            </p:cNvPr>
            <p:cNvSpPr txBox="1"/>
            <p:nvPr/>
          </p:nvSpPr>
          <p:spPr>
            <a:xfrm>
              <a:off x="4097053" y="399871"/>
              <a:ext cx="31738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Agent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36BCDDD6-811B-3976-2B83-D1CF8C62680C}"/>
              </a:ext>
            </a:extLst>
          </p:cNvPr>
          <p:cNvSpPr txBox="1"/>
          <p:nvPr/>
        </p:nvSpPr>
        <p:spPr>
          <a:xfrm>
            <a:off x="3375185" y="1244231"/>
            <a:ext cx="5655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cs-CZ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grpSp>
        <p:nvGrpSpPr>
          <p:cNvPr id="33" name="Skupina 32">
            <a:extLst>
              <a:ext uri="{FF2B5EF4-FFF2-40B4-BE49-F238E27FC236}">
                <a16:creationId xmlns:a16="http://schemas.microsoft.com/office/drawing/2014/main" id="{9E312137-A0CF-FB69-A526-FC431D90153E}"/>
              </a:ext>
            </a:extLst>
          </p:cNvPr>
          <p:cNvGrpSpPr/>
          <p:nvPr/>
        </p:nvGrpSpPr>
        <p:grpSpPr>
          <a:xfrm>
            <a:off x="4080731" y="9828842"/>
            <a:ext cx="6625706" cy="4078699"/>
            <a:chOff x="4337649" y="2692490"/>
            <a:chExt cx="6625706" cy="4078699"/>
          </a:xfrm>
        </p:grpSpPr>
        <p:sp>
          <p:nvSpPr>
            <p:cNvPr id="30" name="Obdélník: se zakulacenými rohy 29">
              <a:extLst>
                <a:ext uri="{FF2B5EF4-FFF2-40B4-BE49-F238E27FC236}">
                  <a16:creationId xmlns:a16="http://schemas.microsoft.com/office/drawing/2014/main" id="{268D7F9A-50D6-63AB-BA09-66F996BCE4AE}"/>
                </a:ext>
              </a:extLst>
            </p:cNvPr>
            <p:cNvSpPr/>
            <p:nvPr/>
          </p:nvSpPr>
          <p:spPr>
            <a:xfrm>
              <a:off x="4337649" y="2692490"/>
              <a:ext cx="6625706" cy="4078699"/>
            </a:xfrm>
            <a:custGeom>
              <a:avLst/>
              <a:gdLst>
                <a:gd name="csX0" fmla="*/ 0 w 7373073"/>
                <a:gd name="csY0" fmla="*/ 679797 h 4078699"/>
                <a:gd name="csX1" fmla="*/ 679797 w 7373073"/>
                <a:gd name="csY1" fmla="*/ 0 h 4078699"/>
                <a:gd name="csX2" fmla="*/ 6693276 w 7373073"/>
                <a:gd name="csY2" fmla="*/ 0 h 4078699"/>
                <a:gd name="csX3" fmla="*/ 7373073 w 7373073"/>
                <a:gd name="csY3" fmla="*/ 679797 h 4078699"/>
                <a:gd name="csX4" fmla="*/ 7373073 w 7373073"/>
                <a:gd name="csY4" fmla="*/ 3398902 h 4078699"/>
                <a:gd name="csX5" fmla="*/ 6693276 w 7373073"/>
                <a:gd name="csY5" fmla="*/ 4078699 h 4078699"/>
                <a:gd name="csX6" fmla="*/ 679797 w 7373073"/>
                <a:gd name="csY6" fmla="*/ 4078699 h 4078699"/>
                <a:gd name="csX7" fmla="*/ 0 w 7373073"/>
                <a:gd name="csY7" fmla="*/ 3398902 h 4078699"/>
                <a:gd name="csX8" fmla="*/ 0 w 7373073"/>
                <a:gd name="csY8" fmla="*/ 679797 h 4078699"/>
                <a:gd name="csX0" fmla="*/ 416689 w 7373073"/>
                <a:gd name="csY0" fmla="*/ 645073 h 4078699"/>
                <a:gd name="csX1" fmla="*/ 679797 w 7373073"/>
                <a:gd name="csY1" fmla="*/ 0 h 4078699"/>
                <a:gd name="csX2" fmla="*/ 6693276 w 7373073"/>
                <a:gd name="csY2" fmla="*/ 0 h 4078699"/>
                <a:gd name="csX3" fmla="*/ 7373073 w 7373073"/>
                <a:gd name="csY3" fmla="*/ 679797 h 4078699"/>
                <a:gd name="csX4" fmla="*/ 7373073 w 7373073"/>
                <a:gd name="csY4" fmla="*/ 3398902 h 4078699"/>
                <a:gd name="csX5" fmla="*/ 6693276 w 7373073"/>
                <a:gd name="csY5" fmla="*/ 4078699 h 4078699"/>
                <a:gd name="csX6" fmla="*/ 679797 w 7373073"/>
                <a:gd name="csY6" fmla="*/ 4078699 h 4078699"/>
                <a:gd name="csX7" fmla="*/ 0 w 7373073"/>
                <a:gd name="csY7" fmla="*/ 3398902 h 4078699"/>
                <a:gd name="csX8" fmla="*/ 416689 w 7373073"/>
                <a:gd name="csY8" fmla="*/ 645073 h 4078699"/>
                <a:gd name="csX0" fmla="*/ 15745 w 6972129"/>
                <a:gd name="csY0" fmla="*/ 645073 h 4078699"/>
                <a:gd name="csX1" fmla="*/ 278853 w 6972129"/>
                <a:gd name="csY1" fmla="*/ 0 h 4078699"/>
                <a:gd name="csX2" fmla="*/ 6292332 w 6972129"/>
                <a:gd name="csY2" fmla="*/ 0 h 4078699"/>
                <a:gd name="csX3" fmla="*/ 6972129 w 6972129"/>
                <a:gd name="csY3" fmla="*/ 679797 h 4078699"/>
                <a:gd name="csX4" fmla="*/ 6972129 w 6972129"/>
                <a:gd name="csY4" fmla="*/ 3398902 h 4078699"/>
                <a:gd name="csX5" fmla="*/ 6292332 w 6972129"/>
                <a:gd name="csY5" fmla="*/ 4078699 h 4078699"/>
                <a:gd name="csX6" fmla="*/ 278853 w 6972129"/>
                <a:gd name="csY6" fmla="*/ 4078699 h 4078699"/>
                <a:gd name="csX7" fmla="*/ 38894 w 6972129"/>
                <a:gd name="csY7" fmla="*/ 3560948 h 4078699"/>
                <a:gd name="csX8" fmla="*/ 15745 w 6972129"/>
                <a:gd name="csY8" fmla="*/ 645073 h 4078699"/>
                <a:gd name="csX0" fmla="*/ 15745 w 6972129"/>
                <a:gd name="csY0" fmla="*/ 645073 h 4078699"/>
                <a:gd name="csX1" fmla="*/ 278853 w 6972129"/>
                <a:gd name="csY1" fmla="*/ 0 h 4078699"/>
                <a:gd name="csX2" fmla="*/ 6292332 w 6972129"/>
                <a:gd name="csY2" fmla="*/ 0 h 4078699"/>
                <a:gd name="csX3" fmla="*/ 6543866 w 6972129"/>
                <a:gd name="csY3" fmla="*/ 679797 h 4078699"/>
                <a:gd name="csX4" fmla="*/ 6972129 w 6972129"/>
                <a:gd name="csY4" fmla="*/ 3398902 h 4078699"/>
                <a:gd name="csX5" fmla="*/ 6292332 w 6972129"/>
                <a:gd name="csY5" fmla="*/ 4078699 h 4078699"/>
                <a:gd name="csX6" fmla="*/ 278853 w 6972129"/>
                <a:gd name="csY6" fmla="*/ 4078699 h 4078699"/>
                <a:gd name="csX7" fmla="*/ 38894 w 6972129"/>
                <a:gd name="csY7" fmla="*/ 3560948 h 4078699"/>
                <a:gd name="csX8" fmla="*/ 15745 w 6972129"/>
                <a:gd name="csY8" fmla="*/ 645073 h 4078699"/>
                <a:gd name="csX0" fmla="*/ 15745 w 6587840"/>
                <a:gd name="csY0" fmla="*/ 645073 h 4078699"/>
                <a:gd name="csX1" fmla="*/ 278853 w 6587840"/>
                <a:gd name="csY1" fmla="*/ 0 h 4078699"/>
                <a:gd name="csX2" fmla="*/ 6292332 w 6587840"/>
                <a:gd name="csY2" fmla="*/ 0 h 4078699"/>
                <a:gd name="csX3" fmla="*/ 6543866 w 6587840"/>
                <a:gd name="csY3" fmla="*/ 679797 h 4078699"/>
                <a:gd name="csX4" fmla="*/ 6578589 w 6587840"/>
                <a:gd name="csY4" fmla="*/ 3433626 h 4078699"/>
                <a:gd name="csX5" fmla="*/ 6292332 w 6587840"/>
                <a:gd name="csY5" fmla="*/ 4078699 h 4078699"/>
                <a:gd name="csX6" fmla="*/ 278853 w 6587840"/>
                <a:gd name="csY6" fmla="*/ 4078699 h 4078699"/>
                <a:gd name="csX7" fmla="*/ 38894 w 6587840"/>
                <a:gd name="csY7" fmla="*/ 3560948 h 4078699"/>
                <a:gd name="csX8" fmla="*/ 15745 w 6587840"/>
                <a:gd name="csY8" fmla="*/ 645073 h 4078699"/>
                <a:gd name="csX0" fmla="*/ 6468 w 6614123"/>
                <a:gd name="csY0" fmla="*/ 645073 h 4078699"/>
                <a:gd name="csX1" fmla="*/ 305136 w 6614123"/>
                <a:gd name="csY1" fmla="*/ 0 h 4078699"/>
                <a:gd name="csX2" fmla="*/ 6318615 w 6614123"/>
                <a:gd name="csY2" fmla="*/ 0 h 4078699"/>
                <a:gd name="csX3" fmla="*/ 6570149 w 6614123"/>
                <a:gd name="csY3" fmla="*/ 679797 h 4078699"/>
                <a:gd name="csX4" fmla="*/ 6604872 w 6614123"/>
                <a:gd name="csY4" fmla="*/ 3433626 h 4078699"/>
                <a:gd name="csX5" fmla="*/ 6318615 w 6614123"/>
                <a:gd name="csY5" fmla="*/ 4078699 h 4078699"/>
                <a:gd name="csX6" fmla="*/ 305136 w 6614123"/>
                <a:gd name="csY6" fmla="*/ 4078699 h 4078699"/>
                <a:gd name="csX7" fmla="*/ 65177 w 6614123"/>
                <a:gd name="csY7" fmla="*/ 3560948 h 4078699"/>
                <a:gd name="csX8" fmla="*/ 6468 w 6614123"/>
                <a:gd name="csY8" fmla="*/ 645073 h 4078699"/>
                <a:gd name="csX0" fmla="*/ 6468 w 6614123"/>
                <a:gd name="csY0" fmla="*/ 645073 h 4078699"/>
                <a:gd name="csX1" fmla="*/ 305136 w 6614123"/>
                <a:gd name="csY1" fmla="*/ 0 h 4078699"/>
                <a:gd name="csX2" fmla="*/ 6318615 w 6614123"/>
                <a:gd name="csY2" fmla="*/ 0 h 4078699"/>
                <a:gd name="csX3" fmla="*/ 6570149 w 6614123"/>
                <a:gd name="csY3" fmla="*/ 679797 h 4078699"/>
                <a:gd name="csX4" fmla="*/ 6604872 w 6614123"/>
                <a:gd name="csY4" fmla="*/ 3433626 h 4078699"/>
                <a:gd name="csX5" fmla="*/ 6318615 w 6614123"/>
                <a:gd name="csY5" fmla="*/ 4078699 h 4078699"/>
                <a:gd name="csX6" fmla="*/ 305136 w 6614123"/>
                <a:gd name="csY6" fmla="*/ 4078699 h 4078699"/>
                <a:gd name="csX7" fmla="*/ 34697 w 6614123"/>
                <a:gd name="csY7" fmla="*/ 3560948 h 4078699"/>
                <a:gd name="csX8" fmla="*/ 6468 w 6614123"/>
                <a:gd name="csY8" fmla="*/ 645073 h 4078699"/>
                <a:gd name="csX0" fmla="*/ 6468 w 6614123"/>
                <a:gd name="csY0" fmla="*/ 645073 h 4078699"/>
                <a:gd name="csX1" fmla="*/ 305136 w 6614123"/>
                <a:gd name="csY1" fmla="*/ 0 h 4078699"/>
                <a:gd name="csX2" fmla="*/ 6318615 w 6614123"/>
                <a:gd name="csY2" fmla="*/ 0 h 4078699"/>
                <a:gd name="csX3" fmla="*/ 6570149 w 6614123"/>
                <a:gd name="csY3" fmla="*/ 679797 h 4078699"/>
                <a:gd name="csX4" fmla="*/ 6604872 w 6614123"/>
                <a:gd name="csY4" fmla="*/ 3433626 h 4078699"/>
                <a:gd name="csX5" fmla="*/ 6318615 w 6614123"/>
                <a:gd name="csY5" fmla="*/ 4078699 h 4078699"/>
                <a:gd name="csX6" fmla="*/ 305136 w 6614123"/>
                <a:gd name="csY6" fmla="*/ 4078699 h 4078699"/>
                <a:gd name="csX7" fmla="*/ 34697 w 6614123"/>
                <a:gd name="csY7" fmla="*/ 3560948 h 4078699"/>
                <a:gd name="csX8" fmla="*/ 6468 w 6614123"/>
                <a:gd name="csY8" fmla="*/ 645073 h 4078699"/>
                <a:gd name="csX0" fmla="*/ 6468 w 6614123"/>
                <a:gd name="csY0" fmla="*/ 645073 h 4078699"/>
                <a:gd name="csX1" fmla="*/ 305136 w 6614123"/>
                <a:gd name="csY1" fmla="*/ 0 h 4078699"/>
                <a:gd name="csX2" fmla="*/ 6318615 w 6614123"/>
                <a:gd name="csY2" fmla="*/ 0 h 4078699"/>
                <a:gd name="csX3" fmla="*/ 6570149 w 6614123"/>
                <a:gd name="csY3" fmla="*/ 679797 h 4078699"/>
                <a:gd name="csX4" fmla="*/ 6604872 w 6614123"/>
                <a:gd name="csY4" fmla="*/ 3433626 h 4078699"/>
                <a:gd name="csX5" fmla="*/ 6318615 w 6614123"/>
                <a:gd name="csY5" fmla="*/ 4078699 h 4078699"/>
                <a:gd name="csX6" fmla="*/ 305136 w 6614123"/>
                <a:gd name="csY6" fmla="*/ 4078699 h 4078699"/>
                <a:gd name="csX7" fmla="*/ 34697 w 6614123"/>
                <a:gd name="csY7" fmla="*/ 3560948 h 4078699"/>
                <a:gd name="csX8" fmla="*/ 6468 w 6614123"/>
                <a:gd name="csY8" fmla="*/ 645073 h 4078699"/>
                <a:gd name="csX0" fmla="*/ 0 w 6607655"/>
                <a:gd name="csY0" fmla="*/ 645073 h 4078699"/>
                <a:gd name="csX1" fmla="*/ 298668 w 6607655"/>
                <a:gd name="csY1" fmla="*/ 0 h 4078699"/>
                <a:gd name="csX2" fmla="*/ 6312147 w 6607655"/>
                <a:gd name="csY2" fmla="*/ 0 h 4078699"/>
                <a:gd name="csX3" fmla="*/ 6563681 w 6607655"/>
                <a:gd name="csY3" fmla="*/ 679797 h 4078699"/>
                <a:gd name="csX4" fmla="*/ 6598404 w 6607655"/>
                <a:gd name="csY4" fmla="*/ 3433626 h 4078699"/>
                <a:gd name="csX5" fmla="*/ 6312147 w 6607655"/>
                <a:gd name="csY5" fmla="*/ 4078699 h 4078699"/>
                <a:gd name="csX6" fmla="*/ 298668 w 6607655"/>
                <a:gd name="csY6" fmla="*/ 4078699 h 4078699"/>
                <a:gd name="csX7" fmla="*/ 28229 w 6607655"/>
                <a:gd name="csY7" fmla="*/ 3560948 h 4078699"/>
                <a:gd name="csX8" fmla="*/ 0 w 6607655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5703 w 6609677"/>
                <a:gd name="csY3" fmla="*/ 67979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5703 w 6609677"/>
                <a:gd name="csY3" fmla="*/ 67979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91103 w 6609677"/>
                <a:gd name="csY3" fmla="*/ 68995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91103 w 6609677"/>
                <a:gd name="csY3" fmla="*/ 5731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0623 w 6609677"/>
                <a:gd name="csY3" fmla="*/ 5731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0623 w 6609677"/>
                <a:gd name="csY3" fmla="*/ 5731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0623 w 6609677"/>
                <a:gd name="csY3" fmla="*/ 5731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565703 w 6609677"/>
                <a:gd name="csY3" fmla="*/ 4969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09677"/>
                <a:gd name="csY0" fmla="*/ 645073 h 4078699"/>
                <a:gd name="csX1" fmla="*/ 300690 w 6609677"/>
                <a:gd name="csY1" fmla="*/ 0 h 4078699"/>
                <a:gd name="csX2" fmla="*/ 6314169 w 6609677"/>
                <a:gd name="csY2" fmla="*/ 0 h 4078699"/>
                <a:gd name="csX3" fmla="*/ 6601263 w 6609677"/>
                <a:gd name="csY3" fmla="*/ 522317 h 4078699"/>
                <a:gd name="csX4" fmla="*/ 6600426 w 6609677"/>
                <a:gd name="csY4" fmla="*/ 3433626 h 4078699"/>
                <a:gd name="csX5" fmla="*/ 6314169 w 6609677"/>
                <a:gd name="csY5" fmla="*/ 4078699 h 4078699"/>
                <a:gd name="csX6" fmla="*/ 300690 w 6609677"/>
                <a:gd name="csY6" fmla="*/ 4078699 h 4078699"/>
                <a:gd name="csX7" fmla="*/ 30251 w 6609677"/>
                <a:gd name="csY7" fmla="*/ 3560948 h 4078699"/>
                <a:gd name="csX8" fmla="*/ 2022 w 6609677"/>
                <a:gd name="csY8" fmla="*/ 645073 h 4078699"/>
                <a:gd name="csX0" fmla="*/ 2022 w 6625706"/>
                <a:gd name="csY0" fmla="*/ 645073 h 4078699"/>
                <a:gd name="csX1" fmla="*/ 300690 w 6625706"/>
                <a:gd name="csY1" fmla="*/ 0 h 4078699"/>
                <a:gd name="csX2" fmla="*/ 6314169 w 6625706"/>
                <a:gd name="csY2" fmla="*/ 0 h 4078699"/>
                <a:gd name="csX3" fmla="*/ 6601263 w 6625706"/>
                <a:gd name="csY3" fmla="*/ 522317 h 4078699"/>
                <a:gd name="csX4" fmla="*/ 6620746 w 6625706"/>
                <a:gd name="csY4" fmla="*/ 3453946 h 4078699"/>
                <a:gd name="csX5" fmla="*/ 6314169 w 6625706"/>
                <a:gd name="csY5" fmla="*/ 4078699 h 4078699"/>
                <a:gd name="csX6" fmla="*/ 300690 w 6625706"/>
                <a:gd name="csY6" fmla="*/ 4078699 h 4078699"/>
                <a:gd name="csX7" fmla="*/ 30251 w 6625706"/>
                <a:gd name="csY7" fmla="*/ 3560948 h 4078699"/>
                <a:gd name="csX8" fmla="*/ 2022 w 6625706"/>
                <a:gd name="csY8" fmla="*/ 645073 h 4078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625706" h="4078699">
                  <a:moveTo>
                    <a:pt x="2022" y="645073"/>
                  </a:moveTo>
                  <a:cubicBezTo>
                    <a:pt x="12182" y="345831"/>
                    <a:pt x="-74752" y="0"/>
                    <a:pt x="300690" y="0"/>
                  </a:cubicBezTo>
                  <a:lnTo>
                    <a:pt x="6314169" y="0"/>
                  </a:lnTo>
                  <a:cubicBezTo>
                    <a:pt x="6689611" y="0"/>
                    <a:pt x="6580943" y="167195"/>
                    <a:pt x="6601263" y="522317"/>
                  </a:cubicBezTo>
                  <a:cubicBezTo>
                    <a:pt x="6604371" y="1436873"/>
                    <a:pt x="6617638" y="2539390"/>
                    <a:pt x="6620746" y="3453946"/>
                  </a:cubicBezTo>
                  <a:cubicBezTo>
                    <a:pt x="6620746" y="3829388"/>
                    <a:pt x="6689611" y="4078699"/>
                    <a:pt x="6314169" y="4078699"/>
                  </a:cubicBezTo>
                  <a:lnTo>
                    <a:pt x="300690" y="4078699"/>
                  </a:lnTo>
                  <a:cubicBezTo>
                    <a:pt x="-74752" y="4078699"/>
                    <a:pt x="65811" y="3977030"/>
                    <a:pt x="30251" y="3560948"/>
                  </a:cubicBezTo>
                  <a:cubicBezTo>
                    <a:pt x="30251" y="2654580"/>
                    <a:pt x="2022" y="1551441"/>
                    <a:pt x="2022" y="645073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pic>
          <p:nvPicPr>
            <p:cNvPr id="32" name="Obrázek 31">
              <a:extLst>
                <a:ext uri="{FF2B5EF4-FFF2-40B4-BE49-F238E27FC236}">
                  <a16:creationId xmlns:a16="http://schemas.microsoft.com/office/drawing/2014/main" id="{5F024280-A42E-F649-E0FC-BC62C5C36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7974" y="2772927"/>
              <a:ext cx="6294207" cy="3917823"/>
            </a:xfrm>
            <a:prstGeom prst="rect">
              <a:avLst/>
            </a:prstGeom>
          </p:spPr>
        </p:pic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76B1905D-6D1C-9118-9D00-855E3CDCDD81}"/>
              </a:ext>
            </a:extLst>
          </p:cNvPr>
          <p:cNvGrpSpPr/>
          <p:nvPr/>
        </p:nvGrpSpPr>
        <p:grpSpPr>
          <a:xfrm>
            <a:off x="1523999" y="-5664247"/>
            <a:ext cx="9144001" cy="2387600"/>
            <a:chOff x="1523998" y="198438"/>
            <a:chExt cx="9144001" cy="2387600"/>
          </a:xfrm>
        </p:grpSpPr>
        <p:sp>
          <p:nvSpPr>
            <p:cNvPr id="8" name="Obdélník: se zakulacenými rohy 7">
              <a:extLst>
                <a:ext uri="{FF2B5EF4-FFF2-40B4-BE49-F238E27FC236}">
                  <a16:creationId xmlns:a16="http://schemas.microsoft.com/office/drawing/2014/main" id="{99568A13-368F-EB39-2E80-254B55048F71}"/>
                </a:ext>
              </a:extLst>
            </p:cNvPr>
            <p:cNvSpPr/>
            <p:nvPr/>
          </p:nvSpPr>
          <p:spPr>
            <a:xfrm>
              <a:off x="1523998" y="198438"/>
              <a:ext cx="9144001" cy="238760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" name="TextovéPole 8">
              <a:extLst>
                <a:ext uri="{FF2B5EF4-FFF2-40B4-BE49-F238E27FC236}">
                  <a16:creationId xmlns:a16="http://schemas.microsoft.com/office/drawing/2014/main" id="{972FCE0D-98B1-C97E-F9A5-5119E788B1C5}"/>
                </a:ext>
              </a:extLst>
            </p:cNvPr>
            <p:cNvSpPr txBox="1"/>
            <p:nvPr/>
          </p:nvSpPr>
          <p:spPr>
            <a:xfrm>
              <a:off x="3395660" y="369798"/>
              <a:ext cx="54006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Vizualizace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  <p:sp>
          <p:nvSpPr>
            <p:cNvPr id="10" name="TextovéPole 9">
              <a:extLst>
                <a:ext uri="{FF2B5EF4-FFF2-40B4-BE49-F238E27FC236}">
                  <a16:creationId xmlns:a16="http://schemas.microsoft.com/office/drawing/2014/main" id="{FAE71ECB-C834-A7BB-9239-855E08B5C0E2}"/>
                </a:ext>
              </a:extLst>
            </p:cNvPr>
            <p:cNvSpPr txBox="1"/>
            <p:nvPr/>
          </p:nvSpPr>
          <p:spPr>
            <a:xfrm>
              <a:off x="3449788" y="1371560"/>
              <a:ext cx="48121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Grid</a:t>
              </a: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 je vizualizován pomocí hranatých závorek [ ], ve kterých se zobrazují herní objekty</a:t>
              </a:r>
            </a:p>
          </p:txBody>
        </p:sp>
      </p:grp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BA7E4391-7FD2-83A2-489F-B2EEC5A3545A}"/>
              </a:ext>
            </a:extLst>
          </p:cNvPr>
          <p:cNvGrpSpPr/>
          <p:nvPr/>
        </p:nvGrpSpPr>
        <p:grpSpPr>
          <a:xfrm>
            <a:off x="1676400" y="10907244"/>
            <a:ext cx="2112286" cy="1655762"/>
            <a:chOff x="653707" y="4165601"/>
            <a:chExt cx="2112286" cy="1655762"/>
          </a:xfrm>
        </p:grpSpPr>
        <p:sp>
          <p:nvSpPr>
            <p:cNvPr id="31" name="Obdélník: se zakulacenými rohy 30">
              <a:extLst>
                <a:ext uri="{FF2B5EF4-FFF2-40B4-BE49-F238E27FC236}">
                  <a16:creationId xmlns:a16="http://schemas.microsoft.com/office/drawing/2014/main" id="{241C96DE-293E-9FED-3EBF-D56309B428A4}"/>
                </a:ext>
              </a:extLst>
            </p:cNvPr>
            <p:cNvSpPr/>
            <p:nvPr/>
          </p:nvSpPr>
          <p:spPr>
            <a:xfrm>
              <a:off x="697815" y="4165601"/>
              <a:ext cx="2024071" cy="1655762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TextovéPole 33">
              <a:extLst>
                <a:ext uri="{FF2B5EF4-FFF2-40B4-BE49-F238E27FC236}">
                  <a16:creationId xmlns:a16="http://schemas.microsoft.com/office/drawing/2014/main" id="{64311C50-29AB-EEA3-C6C2-420E84A6C03F}"/>
                </a:ext>
              </a:extLst>
            </p:cNvPr>
            <p:cNvSpPr txBox="1"/>
            <p:nvPr/>
          </p:nvSpPr>
          <p:spPr>
            <a:xfrm>
              <a:off x="653707" y="4434452"/>
              <a:ext cx="211228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Agent = *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Jídlo = X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Manager = M</a:t>
              </a:r>
            </a:p>
          </p:txBody>
        </p:sp>
      </p:grpSp>
      <p:grpSp>
        <p:nvGrpSpPr>
          <p:cNvPr id="60" name="Skupina 59">
            <a:extLst>
              <a:ext uri="{FF2B5EF4-FFF2-40B4-BE49-F238E27FC236}">
                <a16:creationId xmlns:a16="http://schemas.microsoft.com/office/drawing/2014/main" id="{B6E7135C-79DB-B957-A9E8-2D1D42F6BB9A}"/>
              </a:ext>
            </a:extLst>
          </p:cNvPr>
          <p:cNvGrpSpPr/>
          <p:nvPr/>
        </p:nvGrpSpPr>
        <p:grpSpPr>
          <a:xfrm>
            <a:off x="4935470" y="3378810"/>
            <a:ext cx="2544072" cy="1470567"/>
            <a:chOff x="914399" y="2129741"/>
            <a:chExt cx="2544072" cy="1470567"/>
          </a:xfrm>
        </p:grpSpPr>
        <p:sp>
          <p:nvSpPr>
            <p:cNvPr id="61" name="Obdélník: se zakulacenými rohy 60">
              <a:extLst>
                <a:ext uri="{FF2B5EF4-FFF2-40B4-BE49-F238E27FC236}">
                  <a16:creationId xmlns:a16="http://schemas.microsoft.com/office/drawing/2014/main" id="{22B5A72E-E713-F264-0F6A-A38534ED8DBC}"/>
                </a:ext>
              </a:extLst>
            </p:cNvPr>
            <p:cNvSpPr/>
            <p:nvPr/>
          </p:nvSpPr>
          <p:spPr>
            <a:xfrm>
              <a:off x="914399" y="2129741"/>
              <a:ext cx="2535389" cy="147056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62" name="TextovéPole 61">
              <a:extLst>
                <a:ext uri="{FF2B5EF4-FFF2-40B4-BE49-F238E27FC236}">
                  <a16:creationId xmlns:a16="http://schemas.microsoft.com/office/drawing/2014/main" id="{86C1E988-87F0-7610-2852-46A5B5479E02}"/>
                </a:ext>
              </a:extLst>
            </p:cNvPr>
            <p:cNvSpPr txBox="1"/>
            <p:nvPr/>
          </p:nvSpPr>
          <p:spPr>
            <a:xfrm>
              <a:off x="1546786" y="2308025"/>
              <a:ext cx="12384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Akce</a:t>
              </a:r>
            </a:p>
          </p:txBody>
        </p:sp>
        <p:sp>
          <p:nvSpPr>
            <p:cNvPr id="63" name="TextovéPole 62">
              <a:extLst>
                <a:ext uri="{FF2B5EF4-FFF2-40B4-BE49-F238E27FC236}">
                  <a16:creationId xmlns:a16="http://schemas.microsoft.com/office/drawing/2014/main" id="{52DEAFDD-4D40-1DE6-CB7E-AE465D3D8482}"/>
                </a:ext>
              </a:extLst>
            </p:cNvPr>
            <p:cNvSpPr txBox="1"/>
            <p:nvPr/>
          </p:nvSpPr>
          <p:spPr>
            <a:xfrm>
              <a:off x="977210" y="2872899"/>
              <a:ext cx="24812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13 možností pohybu</a:t>
              </a:r>
            </a:p>
          </p:txBody>
        </p:sp>
      </p:grpSp>
      <p:grpSp>
        <p:nvGrpSpPr>
          <p:cNvPr id="76" name="Skupina 75">
            <a:extLst>
              <a:ext uri="{FF2B5EF4-FFF2-40B4-BE49-F238E27FC236}">
                <a16:creationId xmlns:a16="http://schemas.microsoft.com/office/drawing/2014/main" id="{EF7BDBF4-DF11-0E01-6331-A9B813BA0C1B}"/>
              </a:ext>
            </a:extLst>
          </p:cNvPr>
          <p:cNvGrpSpPr/>
          <p:nvPr/>
        </p:nvGrpSpPr>
        <p:grpSpPr>
          <a:xfrm>
            <a:off x="7798576" y="2196000"/>
            <a:ext cx="3958542" cy="3836189"/>
            <a:chOff x="1399793" y="2129741"/>
            <a:chExt cx="1526657" cy="1881518"/>
          </a:xfrm>
        </p:grpSpPr>
        <p:sp>
          <p:nvSpPr>
            <p:cNvPr id="77" name="Obdélník: se zakulacenými rohy 76">
              <a:extLst>
                <a:ext uri="{FF2B5EF4-FFF2-40B4-BE49-F238E27FC236}">
                  <a16:creationId xmlns:a16="http://schemas.microsoft.com/office/drawing/2014/main" id="{8EFB94EE-B451-A633-3E8F-5E31C3FAFE6F}"/>
                </a:ext>
              </a:extLst>
            </p:cNvPr>
            <p:cNvSpPr/>
            <p:nvPr/>
          </p:nvSpPr>
          <p:spPr>
            <a:xfrm>
              <a:off x="1399793" y="2129741"/>
              <a:ext cx="1526657" cy="1881518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8" name="TextovéPole 77">
              <a:extLst>
                <a:ext uri="{FF2B5EF4-FFF2-40B4-BE49-F238E27FC236}">
                  <a16:creationId xmlns:a16="http://schemas.microsoft.com/office/drawing/2014/main" id="{CDEE44EB-6AA7-1DFA-C5F4-7935414E8B0E}"/>
                </a:ext>
              </a:extLst>
            </p:cNvPr>
            <p:cNvSpPr txBox="1"/>
            <p:nvPr/>
          </p:nvSpPr>
          <p:spPr>
            <a:xfrm>
              <a:off x="1534839" y="2217183"/>
              <a:ext cx="1238492" cy="317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Energie</a:t>
              </a:r>
            </a:p>
          </p:txBody>
        </p:sp>
        <p:sp>
          <p:nvSpPr>
            <p:cNvPr id="79" name="TextovéPole 78">
              <a:extLst>
                <a:ext uri="{FF2B5EF4-FFF2-40B4-BE49-F238E27FC236}">
                  <a16:creationId xmlns:a16="http://schemas.microsoft.com/office/drawing/2014/main" id="{786A6338-BB38-668C-562E-CF1047D8600E}"/>
                </a:ext>
              </a:extLst>
            </p:cNvPr>
            <p:cNvSpPr txBox="1"/>
            <p:nvPr/>
          </p:nvSpPr>
          <p:spPr>
            <a:xfrm>
              <a:off x="1459544" y="2540155"/>
              <a:ext cx="1409178" cy="1403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Akce agenta stojí energii, která je také odečítána každou herní vteřinu. 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Pokud energie dojde, agent zemře. 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Energii lze doplnit jídlem. Přežije tedy ten agent, který se úspěšně naučí jíst co nejefektivněji jídlo.</a:t>
              </a:r>
            </a:p>
          </p:txBody>
        </p:sp>
      </p:grpSp>
      <p:grpSp>
        <p:nvGrpSpPr>
          <p:cNvPr id="80" name="Skupina 79">
            <a:extLst>
              <a:ext uri="{FF2B5EF4-FFF2-40B4-BE49-F238E27FC236}">
                <a16:creationId xmlns:a16="http://schemas.microsoft.com/office/drawing/2014/main" id="{CE870F08-F8C7-ECC4-940F-5A1EC1B9AD01}"/>
              </a:ext>
            </a:extLst>
          </p:cNvPr>
          <p:cNvGrpSpPr/>
          <p:nvPr/>
        </p:nvGrpSpPr>
        <p:grpSpPr>
          <a:xfrm>
            <a:off x="456482" y="2196000"/>
            <a:ext cx="3962883" cy="3940359"/>
            <a:chOff x="1399793" y="2129741"/>
            <a:chExt cx="1528331" cy="1932610"/>
          </a:xfrm>
        </p:grpSpPr>
        <p:sp>
          <p:nvSpPr>
            <p:cNvPr id="81" name="Obdélník: se zakulacenými rohy 80">
              <a:extLst>
                <a:ext uri="{FF2B5EF4-FFF2-40B4-BE49-F238E27FC236}">
                  <a16:creationId xmlns:a16="http://schemas.microsoft.com/office/drawing/2014/main" id="{0F10FD7E-2417-9938-8DD9-1E1D7086C79C}"/>
                </a:ext>
              </a:extLst>
            </p:cNvPr>
            <p:cNvSpPr/>
            <p:nvPr/>
          </p:nvSpPr>
          <p:spPr>
            <a:xfrm>
              <a:off x="1399793" y="2129741"/>
              <a:ext cx="1526657" cy="1881518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82" name="TextovéPole 81">
              <a:extLst>
                <a:ext uri="{FF2B5EF4-FFF2-40B4-BE49-F238E27FC236}">
                  <a16:creationId xmlns:a16="http://schemas.microsoft.com/office/drawing/2014/main" id="{4EBD3E61-BA24-F542-4009-9A8FFB489840}"/>
                </a:ext>
              </a:extLst>
            </p:cNvPr>
            <p:cNvSpPr txBox="1"/>
            <p:nvPr/>
          </p:nvSpPr>
          <p:spPr>
            <a:xfrm>
              <a:off x="1546786" y="2308025"/>
              <a:ext cx="123849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Neuronová síť</a:t>
              </a:r>
            </a:p>
          </p:txBody>
        </p:sp>
        <p:sp>
          <p:nvSpPr>
            <p:cNvPr id="83" name="TextovéPole 82">
              <a:extLst>
                <a:ext uri="{FF2B5EF4-FFF2-40B4-BE49-F238E27FC236}">
                  <a16:creationId xmlns:a16="http://schemas.microsoft.com/office/drawing/2014/main" id="{3611F0DC-2884-A1E3-B0A2-80A7645B886F}"/>
                </a:ext>
              </a:extLst>
            </p:cNvPr>
            <p:cNvSpPr txBox="1"/>
            <p:nvPr/>
          </p:nvSpPr>
          <p:spPr>
            <a:xfrm>
              <a:off x="1518946" y="2583762"/>
              <a:ext cx="1409178" cy="1373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Vstup (7):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Vzdálenost k nejbližšímu jídlu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Současná energie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Vzdálenost od okrajů</a:t>
              </a:r>
            </a:p>
            <a:p>
              <a:r>
                <a:rPr lang="cs-CZ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Výstup (13):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1 pro každou akci.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Nejvyšší výstup určí akci</a:t>
              </a:r>
            </a:p>
          </p:txBody>
        </p:sp>
      </p:grpSp>
      <p:grpSp>
        <p:nvGrpSpPr>
          <p:cNvPr id="84" name="Skupina 83">
            <a:extLst>
              <a:ext uri="{FF2B5EF4-FFF2-40B4-BE49-F238E27FC236}">
                <a16:creationId xmlns:a16="http://schemas.microsoft.com/office/drawing/2014/main" id="{031625B7-1D78-FFDF-FE9A-414BF0BFE2B2}"/>
              </a:ext>
            </a:extLst>
          </p:cNvPr>
          <p:cNvGrpSpPr/>
          <p:nvPr/>
        </p:nvGrpSpPr>
        <p:grpSpPr>
          <a:xfrm>
            <a:off x="18000000" y="150411"/>
            <a:ext cx="4726557" cy="1479838"/>
            <a:chOff x="6084075" y="522001"/>
            <a:chExt cx="4726557" cy="1479838"/>
          </a:xfrm>
        </p:grpSpPr>
        <p:grpSp>
          <p:nvGrpSpPr>
            <p:cNvPr id="85" name="Skupina 84">
              <a:extLst>
                <a:ext uri="{FF2B5EF4-FFF2-40B4-BE49-F238E27FC236}">
                  <a16:creationId xmlns:a16="http://schemas.microsoft.com/office/drawing/2014/main" id="{8701BFBB-15D7-3DFA-46DE-396F00BFD472}"/>
                </a:ext>
              </a:extLst>
            </p:cNvPr>
            <p:cNvGrpSpPr/>
            <p:nvPr/>
          </p:nvGrpSpPr>
          <p:grpSpPr>
            <a:xfrm>
              <a:off x="6084075" y="522001"/>
              <a:ext cx="4583925" cy="1479838"/>
              <a:chOff x="5945449" y="522000"/>
              <a:chExt cx="3701038" cy="1765065"/>
            </a:xfrm>
          </p:grpSpPr>
          <p:sp>
            <p:nvSpPr>
              <p:cNvPr id="87" name="Obdélník: se zakulacenými rohy 10">
                <a:extLst>
                  <a:ext uri="{FF2B5EF4-FFF2-40B4-BE49-F238E27FC236}">
                    <a16:creationId xmlns:a16="http://schemas.microsoft.com/office/drawing/2014/main" id="{95A181AE-264B-67AD-60FD-9E2B115BA271}"/>
                  </a:ext>
                </a:extLst>
              </p:cNvPr>
              <p:cNvSpPr/>
              <p:nvPr/>
            </p:nvSpPr>
            <p:spPr>
              <a:xfrm rot="10800000">
                <a:off x="5954400" y="522000"/>
                <a:ext cx="3692087" cy="1765065"/>
              </a:xfrm>
              <a:custGeom>
                <a:avLst/>
                <a:gdLst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294183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748011 w 3981691"/>
                  <a:gd name="csY4" fmla="*/ 65300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779599"/>
                  <a:gd name="csY0" fmla="*/ 294183 h 1765065"/>
                  <a:gd name="csX1" fmla="*/ 294183 w 3779599"/>
                  <a:gd name="csY1" fmla="*/ 0 h 1765065"/>
                  <a:gd name="csX2" fmla="*/ 3687508 w 3779599"/>
                  <a:gd name="csY2" fmla="*/ 0 h 1765065"/>
                  <a:gd name="csX3" fmla="*/ 3712451 w 3779599"/>
                  <a:gd name="csY3" fmla="*/ 474745 h 1765065"/>
                  <a:gd name="csX4" fmla="*/ 3748011 w 3779599"/>
                  <a:gd name="csY4" fmla="*/ 653002 h 1765065"/>
                  <a:gd name="csX5" fmla="*/ 3687508 w 3779599"/>
                  <a:gd name="csY5" fmla="*/ 1765065 h 1765065"/>
                  <a:gd name="csX6" fmla="*/ 294183 w 3779599"/>
                  <a:gd name="csY6" fmla="*/ 1765065 h 1765065"/>
                  <a:gd name="csX7" fmla="*/ 0 w 3779599"/>
                  <a:gd name="csY7" fmla="*/ 1470882 h 1765065"/>
                  <a:gd name="csX8" fmla="*/ 0 w 3779599"/>
                  <a:gd name="csY8" fmla="*/ 294183 h 1765065"/>
                  <a:gd name="csX0" fmla="*/ 0 w 3781757"/>
                  <a:gd name="csY0" fmla="*/ 294183 h 1765065"/>
                  <a:gd name="csX1" fmla="*/ 294183 w 3781757"/>
                  <a:gd name="csY1" fmla="*/ 0 h 1765065"/>
                  <a:gd name="csX2" fmla="*/ 3687508 w 3781757"/>
                  <a:gd name="csY2" fmla="*/ 0 h 1765065"/>
                  <a:gd name="csX3" fmla="*/ 3753091 w 3781757"/>
                  <a:gd name="csY3" fmla="*/ 449345 h 1765065"/>
                  <a:gd name="csX4" fmla="*/ 3748011 w 3781757"/>
                  <a:gd name="csY4" fmla="*/ 653002 h 1765065"/>
                  <a:gd name="csX5" fmla="*/ 3687508 w 3781757"/>
                  <a:gd name="csY5" fmla="*/ 1765065 h 1765065"/>
                  <a:gd name="csX6" fmla="*/ 294183 w 3781757"/>
                  <a:gd name="csY6" fmla="*/ 1765065 h 1765065"/>
                  <a:gd name="csX7" fmla="*/ 0 w 3781757"/>
                  <a:gd name="csY7" fmla="*/ 1470882 h 1765065"/>
                  <a:gd name="csX8" fmla="*/ 0 w 3781757"/>
                  <a:gd name="csY8" fmla="*/ 294183 h 1765065"/>
                  <a:gd name="csX0" fmla="*/ 0 w 3960033"/>
                  <a:gd name="csY0" fmla="*/ 294183 h 1765065"/>
                  <a:gd name="csX1" fmla="*/ 294183 w 3960033"/>
                  <a:gd name="csY1" fmla="*/ 0 h 1765065"/>
                  <a:gd name="csX2" fmla="*/ 3687508 w 3960033"/>
                  <a:gd name="csY2" fmla="*/ 0 h 1765065"/>
                  <a:gd name="csX3" fmla="*/ 3748011 w 3960033"/>
                  <a:gd name="csY3" fmla="*/ 653002 h 1765065"/>
                  <a:gd name="csX4" fmla="*/ 3687508 w 3960033"/>
                  <a:gd name="csY4" fmla="*/ 1765065 h 1765065"/>
                  <a:gd name="csX5" fmla="*/ 294183 w 3960033"/>
                  <a:gd name="csY5" fmla="*/ 1765065 h 1765065"/>
                  <a:gd name="csX6" fmla="*/ 0 w 3960033"/>
                  <a:gd name="csY6" fmla="*/ 1470882 h 1765065"/>
                  <a:gd name="csX7" fmla="*/ 0 w 3960033"/>
                  <a:gd name="csY7" fmla="*/ 294183 h 1765065"/>
                  <a:gd name="csX0" fmla="*/ 0 w 4111673"/>
                  <a:gd name="csY0" fmla="*/ 294183 h 1765065"/>
                  <a:gd name="csX1" fmla="*/ 294183 w 4111673"/>
                  <a:gd name="csY1" fmla="*/ 0 h 1765065"/>
                  <a:gd name="csX2" fmla="*/ 3687508 w 4111673"/>
                  <a:gd name="csY2" fmla="*/ 0 h 1765065"/>
                  <a:gd name="csX3" fmla="*/ 3687508 w 4111673"/>
                  <a:gd name="csY3" fmla="*/ 1765065 h 1765065"/>
                  <a:gd name="csX4" fmla="*/ 294183 w 4111673"/>
                  <a:gd name="csY4" fmla="*/ 1765065 h 1765065"/>
                  <a:gd name="csX5" fmla="*/ 0 w 4111673"/>
                  <a:gd name="csY5" fmla="*/ 1470882 h 1765065"/>
                  <a:gd name="csX6" fmla="*/ 0 w 4111673"/>
                  <a:gd name="csY6" fmla="*/ 294183 h 1765065"/>
                  <a:gd name="csX0" fmla="*/ 0 w 3941515"/>
                  <a:gd name="csY0" fmla="*/ 294183 h 1765065"/>
                  <a:gd name="csX1" fmla="*/ 294183 w 3941515"/>
                  <a:gd name="csY1" fmla="*/ 0 h 1765065"/>
                  <a:gd name="csX2" fmla="*/ 3687508 w 3941515"/>
                  <a:gd name="csY2" fmla="*/ 0 h 1765065"/>
                  <a:gd name="csX3" fmla="*/ 3687508 w 3941515"/>
                  <a:gd name="csY3" fmla="*/ 1765065 h 1765065"/>
                  <a:gd name="csX4" fmla="*/ 294183 w 3941515"/>
                  <a:gd name="csY4" fmla="*/ 1765065 h 1765065"/>
                  <a:gd name="csX5" fmla="*/ 0 w 3941515"/>
                  <a:gd name="csY5" fmla="*/ 1470882 h 1765065"/>
                  <a:gd name="csX6" fmla="*/ 0 w 3941515"/>
                  <a:gd name="csY6" fmla="*/ 294183 h 1765065"/>
                  <a:gd name="csX0" fmla="*/ 0 w 3692087"/>
                  <a:gd name="csY0" fmla="*/ 294183 h 1765065"/>
                  <a:gd name="csX1" fmla="*/ 294183 w 3692087"/>
                  <a:gd name="csY1" fmla="*/ 0 h 1765065"/>
                  <a:gd name="csX2" fmla="*/ 3687508 w 3692087"/>
                  <a:gd name="csY2" fmla="*/ 0 h 1765065"/>
                  <a:gd name="csX3" fmla="*/ 3687508 w 3692087"/>
                  <a:gd name="csY3" fmla="*/ 1765065 h 1765065"/>
                  <a:gd name="csX4" fmla="*/ 294183 w 3692087"/>
                  <a:gd name="csY4" fmla="*/ 1765065 h 1765065"/>
                  <a:gd name="csX5" fmla="*/ 0 w 3692087"/>
                  <a:gd name="csY5" fmla="*/ 1470882 h 1765065"/>
                  <a:gd name="csX6" fmla="*/ 0 w 3692087"/>
                  <a:gd name="csY6" fmla="*/ 294183 h 17650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692087" h="1765065">
                    <a:moveTo>
                      <a:pt x="0" y="294183"/>
                    </a:moveTo>
                    <a:cubicBezTo>
                      <a:pt x="0" y="131710"/>
                      <a:pt x="131710" y="0"/>
                      <a:pt x="294183" y="0"/>
                    </a:cubicBezTo>
                    <a:lnTo>
                      <a:pt x="3687508" y="0"/>
                    </a:lnTo>
                    <a:cubicBezTo>
                      <a:pt x="3699342" y="411017"/>
                      <a:pt x="3684102" y="1333728"/>
                      <a:pt x="3687508" y="1765065"/>
                    </a:cubicBezTo>
                    <a:lnTo>
                      <a:pt x="294183" y="1765065"/>
                    </a:lnTo>
                    <a:cubicBezTo>
                      <a:pt x="131710" y="1765065"/>
                      <a:pt x="0" y="1633355"/>
                      <a:pt x="0" y="1470882"/>
                    </a:cubicBezTo>
                    <a:lnTo>
                      <a:pt x="0" y="294183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88" name="Obdélník 14">
                <a:extLst>
                  <a:ext uri="{FF2B5EF4-FFF2-40B4-BE49-F238E27FC236}">
                    <a16:creationId xmlns:a16="http://schemas.microsoft.com/office/drawing/2014/main" id="{77CCCD2A-0080-6838-BF39-BB7F05F06924}"/>
                  </a:ext>
                </a:extLst>
              </p:cNvPr>
              <p:cNvSpPr/>
              <p:nvPr/>
            </p:nvSpPr>
            <p:spPr>
              <a:xfrm>
                <a:off x="5945449" y="526490"/>
                <a:ext cx="528143" cy="1749985"/>
              </a:xfrm>
              <a:custGeom>
                <a:avLst/>
                <a:gdLst>
                  <a:gd name="csX0" fmla="*/ 0 w 528143"/>
                  <a:gd name="csY0" fmla="*/ 0 h 1713790"/>
                  <a:gd name="csX1" fmla="*/ 528143 w 528143"/>
                  <a:gd name="csY1" fmla="*/ 0 h 1713790"/>
                  <a:gd name="csX2" fmla="*/ 528143 w 528143"/>
                  <a:gd name="csY2" fmla="*/ 1713790 h 1713790"/>
                  <a:gd name="csX3" fmla="*/ 0 w 528143"/>
                  <a:gd name="csY3" fmla="*/ 1713790 h 1713790"/>
                  <a:gd name="csX4" fmla="*/ 0 w 528143"/>
                  <a:gd name="csY4" fmla="*/ 0 h 1713790"/>
                  <a:gd name="csX0" fmla="*/ 0 w 528143"/>
                  <a:gd name="csY0" fmla="*/ 0 h 1725220"/>
                  <a:gd name="csX1" fmla="*/ 528143 w 528143"/>
                  <a:gd name="csY1" fmla="*/ 11430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0 h 1725220"/>
                  <a:gd name="csX1" fmla="*/ 528143 w 528143"/>
                  <a:gd name="csY1" fmla="*/ 1905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3810 h 1729030"/>
                  <a:gd name="csX1" fmla="*/ 528143 w 528143"/>
                  <a:gd name="csY1" fmla="*/ 0 h 1729030"/>
                  <a:gd name="csX2" fmla="*/ 528143 w 528143"/>
                  <a:gd name="csY2" fmla="*/ 1729030 h 1729030"/>
                  <a:gd name="csX3" fmla="*/ 0 w 528143"/>
                  <a:gd name="csY3" fmla="*/ 1729030 h 1729030"/>
                  <a:gd name="csX4" fmla="*/ 0 w 528143"/>
                  <a:gd name="csY4" fmla="*/ 3810 h 172903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2903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4808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9985"/>
                  <a:gd name="csX1" fmla="*/ 528143 w 528143"/>
                  <a:gd name="csY1" fmla="*/ 0 h 1749985"/>
                  <a:gd name="csX2" fmla="*/ 528143 w 528143"/>
                  <a:gd name="csY2" fmla="*/ 1749985 h 1749985"/>
                  <a:gd name="csX3" fmla="*/ 0 w 528143"/>
                  <a:gd name="csY3" fmla="*/ 1748080 h 1749985"/>
                  <a:gd name="csX4" fmla="*/ 0 w 528143"/>
                  <a:gd name="csY4" fmla="*/ 3810 h 17499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8143" h="1749985">
                    <a:moveTo>
                      <a:pt x="0" y="3810"/>
                    </a:moveTo>
                    <a:lnTo>
                      <a:pt x="528143" y="0"/>
                    </a:lnTo>
                    <a:lnTo>
                      <a:pt x="528143" y="1749985"/>
                    </a:lnTo>
                    <a:lnTo>
                      <a:pt x="0" y="1748080"/>
                    </a:lnTo>
                    <a:lnTo>
                      <a:pt x="0" y="381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  <p:sp>
          <p:nvSpPr>
            <p:cNvPr id="86" name="TextovéPole 85">
              <a:extLst>
                <a:ext uri="{FF2B5EF4-FFF2-40B4-BE49-F238E27FC236}">
                  <a16:creationId xmlns:a16="http://schemas.microsoft.com/office/drawing/2014/main" id="{17ABBA7C-0B27-B119-9C84-C26350F5F9C6}"/>
                </a:ext>
              </a:extLst>
            </p:cNvPr>
            <p:cNvSpPr txBox="1"/>
            <p:nvPr/>
          </p:nvSpPr>
          <p:spPr>
            <a:xfrm>
              <a:off x="6084075" y="659295"/>
              <a:ext cx="47265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algoritmus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89" name="Skupina 88">
            <a:extLst>
              <a:ext uri="{FF2B5EF4-FFF2-40B4-BE49-F238E27FC236}">
                <a16:creationId xmlns:a16="http://schemas.microsoft.com/office/drawing/2014/main" id="{1DE7E75E-FB82-9622-EE4C-51DE446AD70E}"/>
              </a:ext>
            </a:extLst>
          </p:cNvPr>
          <p:cNvGrpSpPr/>
          <p:nvPr/>
        </p:nvGrpSpPr>
        <p:grpSpPr>
          <a:xfrm>
            <a:off x="-9000000" y="148832"/>
            <a:ext cx="3933740" cy="1474971"/>
            <a:chOff x="2253363" y="520422"/>
            <a:chExt cx="3933740" cy="1474971"/>
          </a:xfrm>
        </p:grpSpPr>
        <p:grpSp>
          <p:nvGrpSpPr>
            <p:cNvPr id="90" name="Skupina 89">
              <a:extLst>
                <a:ext uri="{FF2B5EF4-FFF2-40B4-BE49-F238E27FC236}">
                  <a16:creationId xmlns:a16="http://schemas.microsoft.com/office/drawing/2014/main" id="{61FFF6AB-F6AC-AEEE-5B35-567FD1070C6E}"/>
                </a:ext>
              </a:extLst>
            </p:cNvPr>
            <p:cNvGrpSpPr/>
            <p:nvPr/>
          </p:nvGrpSpPr>
          <p:grpSpPr>
            <a:xfrm>
              <a:off x="2253363" y="520422"/>
              <a:ext cx="3842638" cy="1474971"/>
              <a:chOff x="2253362" y="520422"/>
              <a:chExt cx="3703581" cy="1765065"/>
            </a:xfrm>
          </p:grpSpPr>
          <p:sp>
            <p:nvSpPr>
              <p:cNvPr id="92" name="Obdélník: se zakulacenými rohy 10">
                <a:extLst>
                  <a:ext uri="{FF2B5EF4-FFF2-40B4-BE49-F238E27FC236}">
                    <a16:creationId xmlns:a16="http://schemas.microsoft.com/office/drawing/2014/main" id="{347AF588-46B7-E0EA-6E7F-683F5962AAD6}"/>
                  </a:ext>
                </a:extLst>
              </p:cNvPr>
              <p:cNvSpPr/>
              <p:nvPr/>
            </p:nvSpPr>
            <p:spPr>
              <a:xfrm>
                <a:off x="2253362" y="520422"/>
                <a:ext cx="3692087" cy="1765065"/>
              </a:xfrm>
              <a:custGeom>
                <a:avLst/>
                <a:gdLst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294183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748011 w 3981691"/>
                  <a:gd name="csY4" fmla="*/ 65300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779599"/>
                  <a:gd name="csY0" fmla="*/ 294183 h 1765065"/>
                  <a:gd name="csX1" fmla="*/ 294183 w 3779599"/>
                  <a:gd name="csY1" fmla="*/ 0 h 1765065"/>
                  <a:gd name="csX2" fmla="*/ 3687508 w 3779599"/>
                  <a:gd name="csY2" fmla="*/ 0 h 1765065"/>
                  <a:gd name="csX3" fmla="*/ 3712451 w 3779599"/>
                  <a:gd name="csY3" fmla="*/ 474745 h 1765065"/>
                  <a:gd name="csX4" fmla="*/ 3748011 w 3779599"/>
                  <a:gd name="csY4" fmla="*/ 653002 h 1765065"/>
                  <a:gd name="csX5" fmla="*/ 3687508 w 3779599"/>
                  <a:gd name="csY5" fmla="*/ 1765065 h 1765065"/>
                  <a:gd name="csX6" fmla="*/ 294183 w 3779599"/>
                  <a:gd name="csY6" fmla="*/ 1765065 h 1765065"/>
                  <a:gd name="csX7" fmla="*/ 0 w 3779599"/>
                  <a:gd name="csY7" fmla="*/ 1470882 h 1765065"/>
                  <a:gd name="csX8" fmla="*/ 0 w 3779599"/>
                  <a:gd name="csY8" fmla="*/ 294183 h 1765065"/>
                  <a:gd name="csX0" fmla="*/ 0 w 3781757"/>
                  <a:gd name="csY0" fmla="*/ 294183 h 1765065"/>
                  <a:gd name="csX1" fmla="*/ 294183 w 3781757"/>
                  <a:gd name="csY1" fmla="*/ 0 h 1765065"/>
                  <a:gd name="csX2" fmla="*/ 3687508 w 3781757"/>
                  <a:gd name="csY2" fmla="*/ 0 h 1765065"/>
                  <a:gd name="csX3" fmla="*/ 3753091 w 3781757"/>
                  <a:gd name="csY3" fmla="*/ 449345 h 1765065"/>
                  <a:gd name="csX4" fmla="*/ 3748011 w 3781757"/>
                  <a:gd name="csY4" fmla="*/ 653002 h 1765065"/>
                  <a:gd name="csX5" fmla="*/ 3687508 w 3781757"/>
                  <a:gd name="csY5" fmla="*/ 1765065 h 1765065"/>
                  <a:gd name="csX6" fmla="*/ 294183 w 3781757"/>
                  <a:gd name="csY6" fmla="*/ 1765065 h 1765065"/>
                  <a:gd name="csX7" fmla="*/ 0 w 3781757"/>
                  <a:gd name="csY7" fmla="*/ 1470882 h 1765065"/>
                  <a:gd name="csX8" fmla="*/ 0 w 3781757"/>
                  <a:gd name="csY8" fmla="*/ 294183 h 1765065"/>
                  <a:gd name="csX0" fmla="*/ 0 w 3960033"/>
                  <a:gd name="csY0" fmla="*/ 294183 h 1765065"/>
                  <a:gd name="csX1" fmla="*/ 294183 w 3960033"/>
                  <a:gd name="csY1" fmla="*/ 0 h 1765065"/>
                  <a:gd name="csX2" fmla="*/ 3687508 w 3960033"/>
                  <a:gd name="csY2" fmla="*/ 0 h 1765065"/>
                  <a:gd name="csX3" fmla="*/ 3748011 w 3960033"/>
                  <a:gd name="csY3" fmla="*/ 653002 h 1765065"/>
                  <a:gd name="csX4" fmla="*/ 3687508 w 3960033"/>
                  <a:gd name="csY4" fmla="*/ 1765065 h 1765065"/>
                  <a:gd name="csX5" fmla="*/ 294183 w 3960033"/>
                  <a:gd name="csY5" fmla="*/ 1765065 h 1765065"/>
                  <a:gd name="csX6" fmla="*/ 0 w 3960033"/>
                  <a:gd name="csY6" fmla="*/ 1470882 h 1765065"/>
                  <a:gd name="csX7" fmla="*/ 0 w 3960033"/>
                  <a:gd name="csY7" fmla="*/ 294183 h 1765065"/>
                  <a:gd name="csX0" fmla="*/ 0 w 4111673"/>
                  <a:gd name="csY0" fmla="*/ 294183 h 1765065"/>
                  <a:gd name="csX1" fmla="*/ 294183 w 4111673"/>
                  <a:gd name="csY1" fmla="*/ 0 h 1765065"/>
                  <a:gd name="csX2" fmla="*/ 3687508 w 4111673"/>
                  <a:gd name="csY2" fmla="*/ 0 h 1765065"/>
                  <a:gd name="csX3" fmla="*/ 3687508 w 4111673"/>
                  <a:gd name="csY3" fmla="*/ 1765065 h 1765065"/>
                  <a:gd name="csX4" fmla="*/ 294183 w 4111673"/>
                  <a:gd name="csY4" fmla="*/ 1765065 h 1765065"/>
                  <a:gd name="csX5" fmla="*/ 0 w 4111673"/>
                  <a:gd name="csY5" fmla="*/ 1470882 h 1765065"/>
                  <a:gd name="csX6" fmla="*/ 0 w 4111673"/>
                  <a:gd name="csY6" fmla="*/ 294183 h 1765065"/>
                  <a:gd name="csX0" fmla="*/ 0 w 3941515"/>
                  <a:gd name="csY0" fmla="*/ 294183 h 1765065"/>
                  <a:gd name="csX1" fmla="*/ 294183 w 3941515"/>
                  <a:gd name="csY1" fmla="*/ 0 h 1765065"/>
                  <a:gd name="csX2" fmla="*/ 3687508 w 3941515"/>
                  <a:gd name="csY2" fmla="*/ 0 h 1765065"/>
                  <a:gd name="csX3" fmla="*/ 3687508 w 3941515"/>
                  <a:gd name="csY3" fmla="*/ 1765065 h 1765065"/>
                  <a:gd name="csX4" fmla="*/ 294183 w 3941515"/>
                  <a:gd name="csY4" fmla="*/ 1765065 h 1765065"/>
                  <a:gd name="csX5" fmla="*/ 0 w 3941515"/>
                  <a:gd name="csY5" fmla="*/ 1470882 h 1765065"/>
                  <a:gd name="csX6" fmla="*/ 0 w 3941515"/>
                  <a:gd name="csY6" fmla="*/ 294183 h 1765065"/>
                  <a:gd name="csX0" fmla="*/ 0 w 3692087"/>
                  <a:gd name="csY0" fmla="*/ 294183 h 1765065"/>
                  <a:gd name="csX1" fmla="*/ 294183 w 3692087"/>
                  <a:gd name="csY1" fmla="*/ 0 h 1765065"/>
                  <a:gd name="csX2" fmla="*/ 3687508 w 3692087"/>
                  <a:gd name="csY2" fmla="*/ 0 h 1765065"/>
                  <a:gd name="csX3" fmla="*/ 3687508 w 3692087"/>
                  <a:gd name="csY3" fmla="*/ 1765065 h 1765065"/>
                  <a:gd name="csX4" fmla="*/ 294183 w 3692087"/>
                  <a:gd name="csY4" fmla="*/ 1765065 h 1765065"/>
                  <a:gd name="csX5" fmla="*/ 0 w 3692087"/>
                  <a:gd name="csY5" fmla="*/ 1470882 h 1765065"/>
                  <a:gd name="csX6" fmla="*/ 0 w 3692087"/>
                  <a:gd name="csY6" fmla="*/ 294183 h 17650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692087" h="1765065">
                    <a:moveTo>
                      <a:pt x="0" y="294183"/>
                    </a:moveTo>
                    <a:cubicBezTo>
                      <a:pt x="0" y="131710"/>
                      <a:pt x="131710" y="0"/>
                      <a:pt x="294183" y="0"/>
                    </a:cubicBezTo>
                    <a:lnTo>
                      <a:pt x="3687508" y="0"/>
                    </a:lnTo>
                    <a:cubicBezTo>
                      <a:pt x="3699342" y="411017"/>
                      <a:pt x="3684102" y="1333728"/>
                      <a:pt x="3687508" y="1765065"/>
                    </a:cubicBezTo>
                    <a:lnTo>
                      <a:pt x="294183" y="1765065"/>
                    </a:lnTo>
                    <a:cubicBezTo>
                      <a:pt x="131710" y="1765065"/>
                      <a:pt x="0" y="1633355"/>
                      <a:pt x="0" y="1470882"/>
                    </a:cubicBezTo>
                    <a:lnTo>
                      <a:pt x="0" y="294183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93" name="Obdélník 14">
                <a:extLst>
                  <a:ext uri="{FF2B5EF4-FFF2-40B4-BE49-F238E27FC236}">
                    <a16:creationId xmlns:a16="http://schemas.microsoft.com/office/drawing/2014/main" id="{825C5B15-33D0-5057-BA65-C66E037B88C9}"/>
                  </a:ext>
                </a:extLst>
              </p:cNvPr>
              <p:cNvSpPr/>
              <p:nvPr/>
            </p:nvSpPr>
            <p:spPr>
              <a:xfrm>
                <a:off x="5428800" y="526490"/>
                <a:ext cx="528143" cy="1749985"/>
              </a:xfrm>
              <a:custGeom>
                <a:avLst/>
                <a:gdLst>
                  <a:gd name="csX0" fmla="*/ 0 w 528143"/>
                  <a:gd name="csY0" fmla="*/ 0 h 1713790"/>
                  <a:gd name="csX1" fmla="*/ 528143 w 528143"/>
                  <a:gd name="csY1" fmla="*/ 0 h 1713790"/>
                  <a:gd name="csX2" fmla="*/ 528143 w 528143"/>
                  <a:gd name="csY2" fmla="*/ 1713790 h 1713790"/>
                  <a:gd name="csX3" fmla="*/ 0 w 528143"/>
                  <a:gd name="csY3" fmla="*/ 1713790 h 1713790"/>
                  <a:gd name="csX4" fmla="*/ 0 w 528143"/>
                  <a:gd name="csY4" fmla="*/ 0 h 1713790"/>
                  <a:gd name="csX0" fmla="*/ 0 w 528143"/>
                  <a:gd name="csY0" fmla="*/ 0 h 1725220"/>
                  <a:gd name="csX1" fmla="*/ 528143 w 528143"/>
                  <a:gd name="csY1" fmla="*/ 11430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0 h 1725220"/>
                  <a:gd name="csX1" fmla="*/ 528143 w 528143"/>
                  <a:gd name="csY1" fmla="*/ 1905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3810 h 1729030"/>
                  <a:gd name="csX1" fmla="*/ 528143 w 528143"/>
                  <a:gd name="csY1" fmla="*/ 0 h 1729030"/>
                  <a:gd name="csX2" fmla="*/ 528143 w 528143"/>
                  <a:gd name="csY2" fmla="*/ 1729030 h 1729030"/>
                  <a:gd name="csX3" fmla="*/ 0 w 528143"/>
                  <a:gd name="csY3" fmla="*/ 1729030 h 1729030"/>
                  <a:gd name="csX4" fmla="*/ 0 w 528143"/>
                  <a:gd name="csY4" fmla="*/ 3810 h 172903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2903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4808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9985"/>
                  <a:gd name="csX1" fmla="*/ 528143 w 528143"/>
                  <a:gd name="csY1" fmla="*/ 0 h 1749985"/>
                  <a:gd name="csX2" fmla="*/ 528143 w 528143"/>
                  <a:gd name="csY2" fmla="*/ 1749985 h 1749985"/>
                  <a:gd name="csX3" fmla="*/ 0 w 528143"/>
                  <a:gd name="csY3" fmla="*/ 1748080 h 1749985"/>
                  <a:gd name="csX4" fmla="*/ 0 w 528143"/>
                  <a:gd name="csY4" fmla="*/ 3810 h 17499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8143" h="1749985">
                    <a:moveTo>
                      <a:pt x="0" y="3810"/>
                    </a:moveTo>
                    <a:lnTo>
                      <a:pt x="528143" y="0"/>
                    </a:lnTo>
                    <a:lnTo>
                      <a:pt x="528143" y="1749985"/>
                    </a:lnTo>
                    <a:lnTo>
                      <a:pt x="0" y="1748080"/>
                    </a:lnTo>
                    <a:lnTo>
                      <a:pt x="0" y="381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  <p:sp>
          <p:nvSpPr>
            <p:cNvPr id="91" name="TextovéPole 90">
              <a:extLst>
                <a:ext uri="{FF2B5EF4-FFF2-40B4-BE49-F238E27FC236}">
                  <a16:creationId xmlns:a16="http://schemas.microsoft.com/office/drawing/2014/main" id="{3C327035-13D5-27CA-1BBA-8118D064811F}"/>
                </a:ext>
              </a:extLst>
            </p:cNvPr>
            <p:cNvSpPr txBox="1"/>
            <p:nvPr/>
          </p:nvSpPr>
          <p:spPr>
            <a:xfrm>
              <a:off x="2343570" y="644066"/>
              <a:ext cx="384353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Evoluční</a:t>
              </a:r>
              <a:endParaRPr lang="cs-CZ" sz="7200" dirty="0"/>
            </a:p>
          </p:txBody>
        </p:sp>
      </p:grpSp>
      <p:grpSp>
        <p:nvGrpSpPr>
          <p:cNvPr id="94" name="Skupina 93">
            <a:extLst>
              <a:ext uri="{FF2B5EF4-FFF2-40B4-BE49-F238E27FC236}">
                <a16:creationId xmlns:a16="http://schemas.microsoft.com/office/drawing/2014/main" id="{9E137EBB-F47E-4212-1544-6EAB8D07458D}"/>
              </a:ext>
            </a:extLst>
          </p:cNvPr>
          <p:cNvGrpSpPr/>
          <p:nvPr/>
        </p:nvGrpSpPr>
        <p:grpSpPr>
          <a:xfrm>
            <a:off x="-10800000" y="2256304"/>
            <a:ext cx="5111375" cy="3357465"/>
            <a:chOff x="456481" y="2674724"/>
            <a:chExt cx="5111375" cy="3357465"/>
          </a:xfrm>
        </p:grpSpPr>
        <p:sp>
          <p:nvSpPr>
            <p:cNvPr id="95" name="Obdélník: se zakulacenými rohy 94">
              <a:extLst>
                <a:ext uri="{FF2B5EF4-FFF2-40B4-BE49-F238E27FC236}">
                  <a16:creationId xmlns:a16="http://schemas.microsoft.com/office/drawing/2014/main" id="{21B9F927-5193-E326-1067-05B9EA33DD56}"/>
                </a:ext>
              </a:extLst>
            </p:cNvPr>
            <p:cNvSpPr/>
            <p:nvPr/>
          </p:nvSpPr>
          <p:spPr>
            <a:xfrm>
              <a:off x="456481" y="2674724"/>
              <a:ext cx="5111375" cy="3357465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6" name="TextovéPole 95">
              <a:extLst>
                <a:ext uri="{FF2B5EF4-FFF2-40B4-BE49-F238E27FC236}">
                  <a16:creationId xmlns:a16="http://schemas.microsoft.com/office/drawing/2014/main" id="{189E5CC4-0D24-32DA-F3A2-33985832A357}"/>
                </a:ext>
              </a:extLst>
            </p:cNvPr>
            <p:cNvSpPr txBox="1"/>
            <p:nvPr/>
          </p:nvSpPr>
          <p:spPr>
            <a:xfrm>
              <a:off x="948626" y="2992862"/>
              <a:ext cx="4146575" cy="1050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Evolution</a:t>
              </a:r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 manager</a:t>
              </a:r>
            </a:p>
          </p:txBody>
        </p:sp>
        <p:sp>
          <p:nvSpPr>
            <p:cNvPr id="97" name="TextovéPole 96">
              <a:extLst>
                <a:ext uri="{FF2B5EF4-FFF2-40B4-BE49-F238E27FC236}">
                  <a16:creationId xmlns:a16="http://schemas.microsoft.com/office/drawing/2014/main" id="{7E5A5A92-402B-5CBA-D353-FD1812E3C5C5}"/>
                </a:ext>
              </a:extLst>
            </p:cNvPr>
            <p:cNvSpPr txBox="1"/>
            <p:nvPr/>
          </p:nvSpPr>
          <p:spPr>
            <a:xfrm>
              <a:off x="736983" y="3769247"/>
              <a:ext cx="4718046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Kontroluje, zda nastal konec generace.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Po ukončení generace evaluuje všechny agenty.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Vybere nejlepší agenty a vytvoří z nich novou generaci, na kterou je aplikovaná mutace sítě.</a:t>
              </a:r>
            </a:p>
            <a:p>
              <a:pPr algn="ctr"/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  <p:grpSp>
        <p:nvGrpSpPr>
          <p:cNvPr id="98" name="Skupina 97">
            <a:extLst>
              <a:ext uri="{FF2B5EF4-FFF2-40B4-BE49-F238E27FC236}">
                <a16:creationId xmlns:a16="http://schemas.microsoft.com/office/drawing/2014/main" id="{DAF34E85-560F-F3DB-D43D-004395DE9805}"/>
              </a:ext>
            </a:extLst>
          </p:cNvPr>
          <p:cNvGrpSpPr/>
          <p:nvPr/>
        </p:nvGrpSpPr>
        <p:grpSpPr>
          <a:xfrm>
            <a:off x="19800000" y="2174263"/>
            <a:ext cx="4789779" cy="1701429"/>
            <a:chOff x="6786089" y="2373408"/>
            <a:chExt cx="4789779" cy="1701429"/>
          </a:xfrm>
        </p:grpSpPr>
        <p:sp>
          <p:nvSpPr>
            <p:cNvPr id="99" name="Obdélník: se zakulacenými rohy 98">
              <a:extLst>
                <a:ext uri="{FF2B5EF4-FFF2-40B4-BE49-F238E27FC236}">
                  <a16:creationId xmlns:a16="http://schemas.microsoft.com/office/drawing/2014/main" id="{44663D46-7BB8-12D5-7C4E-B51443D59AB0}"/>
                </a:ext>
              </a:extLst>
            </p:cNvPr>
            <p:cNvSpPr/>
            <p:nvPr/>
          </p:nvSpPr>
          <p:spPr>
            <a:xfrm>
              <a:off x="6786089" y="2373408"/>
              <a:ext cx="4718046" cy="1701429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00" name="TextovéPole 99">
              <a:extLst>
                <a:ext uri="{FF2B5EF4-FFF2-40B4-BE49-F238E27FC236}">
                  <a16:creationId xmlns:a16="http://schemas.microsoft.com/office/drawing/2014/main" id="{F055B0A0-83B8-55CB-6DD8-27AE96943B09}"/>
                </a:ext>
              </a:extLst>
            </p:cNvPr>
            <p:cNvSpPr txBox="1"/>
            <p:nvPr/>
          </p:nvSpPr>
          <p:spPr>
            <a:xfrm>
              <a:off x="7069465" y="2547014"/>
              <a:ext cx="41465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Food manager</a:t>
              </a:r>
            </a:p>
          </p:txBody>
        </p:sp>
        <p:sp>
          <p:nvSpPr>
            <p:cNvPr id="101" name="TextovéPole 100">
              <a:extLst>
                <a:ext uri="{FF2B5EF4-FFF2-40B4-BE49-F238E27FC236}">
                  <a16:creationId xmlns:a16="http://schemas.microsoft.com/office/drawing/2014/main" id="{6269AB74-3931-745F-514A-CF1ABC434F73}"/>
                </a:ext>
              </a:extLst>
            </p:cNvPr>
            <p:cNvSpPr txBox="1"/>
            <p:nvPr/>
          </p:nvSpPr>
          <p:spPr>
            <a:xfrm>
              <a:off x="6857822" y="3323399"/>
              <a:ext cx="47180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Zajišťuje </a:t>
              </a: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spawnování</a:t>
              </a: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 jídla v prostředí</a:t>
              </a:r>
            </a:p>
          </p:txBody>
        </p:sp>
      </p:grpSp>
      <p:grpSp>
        <p:nvGrpSpPr>
          <p:cNvPr id="102" name="Skupina 101">
            <a:extLst>
              <a:ext uri="{FF2B5EF4-FFF2-40B4-BE49-F238E27FC236}">
                <a16:creationId xmlns:a16="http://schemas.microsoft.com/office/drawing/2014/main" id="{7443DAA9-E386-0F79-D4E7-4CAF4BB79DF2}"/>
              </a:ext>
            </a:extLst>
          </p:cNvPr>
          <p:cNvGrpSpPr/>
          <p:nvPr/>
        </p:nvGrpSpPr>
        <p:grpSpPr>
          <a:xfrm>
            <a:off x="19800000" y="4049298"/>
            <a:ext cx="4789779" cy="1701429"/>
            <a:chOff x="6838564" y="4124031"/>
            <a:chExt cx="4789779" cy="1701429"/>
          </a:xfrm>
        </p:grpSpPr>
        <p:sp>
          <p:nvSpPr>
            <p:cNvPr id="103" name="Obdélník: se zakulacenými rohy 102">
              <a:extLst>
                <a:ext uri="{FF2B5EF4-FFF2-40B4-BE49-F238E27FC236}">
                  <a16:creationId xmlns:a16="http://schemas.microsoft.com/office/drawing/2014/main" id="{269D9673-D876-13BC-E780-9B0925C2CED4}"/>
                </a:ext>
              </a:extLst>
            </p:cNvPr>
            <p:cNvSpPr/>
            <p:nvPr/>
          </p:nvSpPr>
          <p:spPr>
            <a:xfrm>
              <a:off x="6838564" y="4124031"/>
              <a:ext cx="4718046" cy="1701429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04" name="TextovéPole 103">
              <a:extLst>
                <a:ext uri="{FF2B5EF4-FFF2-40B4-BE49-F238E27FC236}">
                  <a16:creationId xmlns:a16="http://schemas.microsoft.com/office/drawing/2014/main" id="{6DB01B0C-A60B-48FA-DD7E-F77CE9A0C78C}"/>
                </a:ext>
              </a:extLst>
            </p:cNvPr>
            <p:cNvSpPr txBox="1"/>
            <p:nvPr/>
          </p:nvSpPr>
          <p:spPr>
            <a:xfrm>
              <a:off x="7121940" y="4297637"/>
              <a:ext cx="41465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Score</a:t>
              </a:r>
              <a:r>
                <a:rPr lang="cs-CZ" sz="36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cs-CZ" sz="36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function</a:t>
              </a:r>
              <a:endParaRPr lang="cs-CZ" sz="36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05" name="TextovéPole 104">
              <a:extLst>
                <a:ext uri="{FF2B5EF4-FFF2-40B4-BE49-F238E27FC236}">
                  <a16:creationId xmlns:a16="http://schemas.microsoft.com/office/drawing/2014/main" id="{D5C6AA9C-C39E-5ED1-59BE-555581D15E2C}"/>
                </a:ext>
              </a:extLst>
            </p:cNvPr>
            <p:cNvSpPr txBox="1"/>
            <p:nvPr/>
          </p:nvSpPr>
          <p:spPr>
            <a:xfrm>
              <a:off x="6910297" y="5074022"/>
              <a:ext cx="47180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Score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=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FoodEaten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+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energyBonus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+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closeToFoodBonus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+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centerBonus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;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3036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5D89-D84F-C98D-8C40-C45EC081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6A9C67-4DE9-1282-DD5B-A61A16793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94B3A74-9F0D-5B94-4E64-DFAFEA5EC9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0880704-8FAE-D53A-D402-A3DA12665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9" name="Skupina 58">
            <a:extLst>
              <a:ext uri="{FF2B5EF4-FFF2-40B4-BE49-F238E27FC236}">
                <a16:creationId xmlns:a16="http://schemas.microsoft.com/office/drawing/2014/main" id="{A48C7D82-F80C-2CE0-5BAD-3DFFCD4973E7}"/>
              </a:ext>
            </a:extLst>
          </p:cNvPr>
          <p:cNvGrpSpPr/>
          <p:nvPr/>
        </p:nvGrpSpPr>
        <p:grpSpPr>
          <a:xfrm>
            <a:off x="4368321" y="-3600000"/>
            <a:ext cx="3455354" cy="1212342"/>
            <a:chOff x="3956302" y="399871"/>
            <a:chExt cx="3455354" cy="1212342"/>
          </a:xfrm>
        </p:grpSpPr>
        <p:sp>
          <p:nvSpPr>
            <p:cNvPr id="6" name="Obdélník: se zakulacenými rohy 5">
              <a:extLst>
                <a:ext uri="{FF2B5EF4-FFF2-40B4-BE49-F238E27FC236}">
                  <a16:creationId xmlns:a16="http://schemas.microsoft.com/office/drawing/2014/main" id="{EB82369A-43B6-DC11-8BC0-ECABDE2CBCD4}"/>
                </a:ext>
              </a:extLst>
            </p:cNvPr>
            <p:cNvSpPr/>
            <p:nvPr/>
          </p:nvSpPr>
          <p:spPr>
            <a:xfrm>
              <a:off x="3956302" y="492826"/>
              <a:ext cx="3455354" cy="111938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" name="TextovéPole 3">
              <a:extLst>
                <a:ext uri="{FF2B5EF4-FFF2-40B4-BE49-F238E27FC236}">
                  <a16:creationId xmlns:a16="http://schemas.microsoft.com/office/drawing/2014/main" id="{832576DF-BE5E-024F-043C-F528B39ECB33}"/>
                </a:ext>
              </a:extLst>
            </p:cNvPr>
            <p:cNvSpPr txBox="1"/>
            <p:nvPr/>
          </p:nvSpPr>
          <p:spPr>
            <a:xfrm>
              <a:off x="4097053" y="399871"/>
              <a:ext cx="31738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Agent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41CAB246-3B72-CEA5-C546-D28EDA6EAB64}"/>
              </a:ext>
            </a:extLst>
          </p:cNvPr>
          <p:cNvSpPr txBox="1"/>
          <p:nvPr/>
        </p:nvSpPr>
        <p:spPr>
          <a:xfrm>
            <a:off x="3375185" y="1244231"/>
            <a:ext cx="5655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cs-CZ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grpSp>
        <p:nvGrpSpPr>
          <p:cNvPr id="60" name="Skupina 59">
            <a:extLst>
              <a:ext uri="{FF2B5EF4-FFF2-40B4-BE49-F238E27FC236}">
                <a16:creationId xmlns:a16="http://schemas.microsoft.com/office/drawing/2014/main" id="{B43BC445-0F05-C1E0-C5D4-2D0980FED7D1}"/>
              </a:ext>
            </a:extLst>
          </p:cNvPr>
          <p:cNvGrpSpPr/>
          <p:nvPr/>
        </p:nvGrpSpPr>
        <p:grpSpPr>
          <a:xfrm>
            <a:off x="4935470" y="10800000"/>
            <a:ext cx="2544072" cy="1470567"/>
            <a:chOff x="914399" y="2129741"/>
            <a:chExt cx="2544072" cy="1470567"/>
          </a:xfrm>
        </p:grpSpPr>
        <p:sp>
          <p:nvSpPr>
            <p:cNvPr id="61" name="Obdélník: se zakulacenými rohy 60">
              <a:extLst>
                <a:ext uri="{FF2B5EF4-FFF2-40B4-BE49-F238E27FC236}">
                  <a16:creationId xmlns:a16="http://schemas.microsoft.com/office/drawing/2014/main" id="{C9764085-780A-7560-E08F-90DDDE9E0E38}"/>
                </a:ext>
              </a:extLst>
            </p:cNvPr>
            <p:cNvSpPr/>
            <p:nvPr/>
          </p:nvSpPr>
          <p:spPr>
            <a:xfrm>
              <a:off x="914399" y="2129741"/>
              <a:ext cx="2535389" cy="147056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62" name="TextovéPole 61">
              <a:extLst>
                <a:ext uri="{FF2B5EF4-FFF2-40B4-BE49-F238E27FC236}">
                  <a16:creationId xmlns:a16="http://schemas.microsoft.com/office/drawing/2014/main" id="{810BD69F-894F-FB61-FDD4-726C8F11263C}"/>
                </a:ext>
              </a:extLst>
            </p:cNvPr>
            <p:cNvSpPr txBox="1"/>
            <p:nvPr/>
          </p:nvSpPr>
          <p:spPr>
            <a:xfrm>
              <a:off x="1546786" y="2308025"/>
              <a:ext cx="12384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Akce</a:t>
              </a:r>
            </a:p>
          </p:txBody>
        </p:sp>
        <p:sp>
          <p:nvSpPr>
            <p:cNvPr id="63" name="TextovéPole 62">
              <a:extLst>
                <a:ext uri="{FF2B5EF4-FFF2-40B4-BE49-F238E27FC236}">
                  <a16:creationId xmlns:a16="http://schemas.microsoft.com/office/drawing/2014/main" id="{CC9F88E7-9EE7-A13F-8BD9-26CAB7679740}"/>
                </a:ext>
              </a:extLst>
            </p:cNvPr>
            <p:cNvSpPr txBox="1"/>
            <p:nvPr/>
          </p:nvSpPr>
          <p:spPr>
            <a:xfrm>
              <a:off x="977210" y="2872899"/>
              <a:ext cx="24812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13 možností pohybu</a:t>
              </a:r>
            </a:p>
          </p:txBody>
        </p:sp>
      </p:grpSp>
      <p:grpSp>
        <p:nvGrpSpPr>
          <p:cNvPr id="76" name="Skupina 75">
            <a:extLst>
              <a:ext uri="{FF2B5EF4-FFF2-40B4-BE49-F238E27FC236}">
                <a16:creationId xmlns:a16="http://schemas.microsoft.com/office/drawing/2014/main" id="{8F227917-1DE2-F0AD-3FCF-F9B5CA9A5D5A}"/>
              </a:ext>
            </a:extLst>
          </p:cNvPr>
          <p:cNvGrpSpPr/>
          <p:nvPr/>
        </p:nvGrpSpPr>
        <p:grpSpPr>
          <a:xfrm>
            <a:off x="7798576" y="10800000"/>
            <a:ext cx="3958542" cy="3836189"/>
            <a:chOff x="1399793" y="2129741"/>
            <a:chExt cx="1526657" cy="1881518"/>
          </a:xfrm>
        </p:grpSpPr>
        <p:sp>
          <p:nvSpPr>
            <p:cNvPr id="77" name="Obdélník: se zakulacenými rohy 76">
              <a:extLst>
                <a:ext uri="{FF2B5EF4-FFF2-40B4-BE49-F238E27FC236}">
                  <a16:creationId xmlns:a16="http://schemas.microsoft.com/office/drawing/2014/main" id="{8019822B-296C-33B4-C021-A66871980340}"/>
                </a:ext>
              </a:extLst>
            </p:cNvPr>
            <p:cNvSpPr/>
            <p:nvPr/>
          </p:nvSpPr>
          <p:spPr>
            <a:xfrm>
              <a:off x="1399793" y="2129741"/>
              <a:ext cx="1526657" cy="1881518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8" name="TextovéPole 77">
              <a:extLst>
                <a:ext uri="{FF2B5EF4-FFF2-40B4-BE49-F238E27FC236}">
                  <a16:creationId xmlns:a16="http://schemas.microsoft.com/office/drawing/2014/main" id="{A670B908-0251-840C-0B60-B9DBF2C66A51}"/>
                </a:ext>
              </a:extLst>
            </p:cNvPr>
            <p:cNvSpPr txBox="1"/>
            <p:nvPr/>
          </p:nvSpPr>
          <p:spPr>
            <a:xfrm>
              <a:off x="1534839" y="2217183"/>
              <a:ext cx="1238492" cy="317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Energie</a:t>
              </a:r>
            </a:p>
          </p:txBody>
        </p:sp>
        <p:sp>
          <p:nvSpPr>
            <p:cNvPr id="79" name="TextovéPole 78">
              <a:extLst>
                <a:ext uri="{FF2B5EF4-FFF2-40B4-BE49-F238E27FC236}">
                  <a16:creationId xmlns:a16="http://schemas.microsoft.com/office/drawing/2014/main" id="{D37356C8-C427-1F49-445B-61891DCBFEF3}"/>
                </a:ext>
              </a:extLst>
            </p:cNvPr>
            <p:cNvSpPr txBox="1"/>
            <p:nvPr/>
          </p:nvSpPr>
          <p:spPr>
            <a:xfrm>
              <a:off x="1459544" y="2540155"/>
              <a:ext cx="1409178" cy="1403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Akce agenta stojí energii, která je také odečítána každou herní vteřinu. 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Pokud energie dojde, agent zemře. 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Energii lze doplnit jídlem. Přežije tedy ten agent, který se úspěšně naučí jíst co nejefektivněji jídlo.</a:t>
              </a:r>
            </a:p>
          </p:txBody>
        </p:sp>
      </p:grpSp>
      <p:grpSp>
        <p:nvGrpSpPr>
          <p:cNvPr id="24" name="Skupina 23">
            <a:extLst>
              <a:ext uri="{FF2B5EF4-FFF2-40B4-BE49-F238E27FC236}">
                <a16:creationId xmlns:a16="http://schemas.microsoft.com/office/drawing/2014/main" id="{A709436E-E3C1-CC8F-4BC0-71CBD0E1BCD8}"/>
              </a:ext>
            </a:extLst>
          </p:cNvPr>
          <p:cNvGrpSpPr/>
          <p:nvPr/>
        </p:nvGrpSpPr>
        <p:grpSpPr>
          <a:xfrm>
            <a:off x="5910963" y="150411"/>
            <a:ext cx="4726557" cy="1479838"/>
            <a:chOff x="6084075" y="522001"/>
            <a:chExt cx="4726557" cy="1479838"/>
          </a:xfrm>
        </p:grpSpPr>
        <p:grpSp>
          <p:nvGrpSpPr>
            <p:cNvPr id="18" name="Skupina 17">
              <a:extLst>
                <a:ext uri="{FF2B5EF4-FFF2-40B4-BE49-F238E27FC236}">
                  <a16:creationId xmlns:a16="http://schemas.microsoft.com/office/drawing/2014/main" id="{240AB4D7-5268-7BF2-3B57-E809BFB927E3}"/>
                </a:ext>
              </a:extLst>
            </p:cNvPr>
            <p:cNvGrpSpPr/>
            <p:nvPr/>
          </p:nvGrpSpPr>
          <p:grpSpPr>
            <a:xfrm>
              <a:off x="6084075" y="522001"/>
              <a:ext cx="4583925" cy="1479838"/>
              <a:chOff x="5945449" y="522000"/>
              <a:chExt cx="3701038" cy="1765065"/>
            </a:xfrm>
          </p:grpSpPr>
          <p:sp>
            <p:nvSpPr>
              <p:cNvPr id="14" name="Obdélník: se zakulacenými rohy 10">
                <a:extLst>
                  <a:ext uri="{FF2B5EF4-FFF2-40B4-BE49-F238E27FC236}">
                    <a16:creationId xmlns:a16="http://schemas.microsoft.com/office/drawing/2014/main" id="{8D57432B-82E1-23BC-F1AB-E98F63A28344}"/>
                  </a:ext>
                </a:extLst>
              </p:cNvPr>
              <p:cNvSpPr/>
              <p:nvPr/>
            </p:nvSpPr>
            <p:spPr>
              <a:xfrm rot="10800000">
                <a:off x="5954400" y="522000"/>
                <a:ext cx="3692087" cy="1765065"/>
              </a:xfrm>
              <a:custGeom>
                <a:avLst/>
                <a:gdLst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294183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748011 w 3981691"/>
                  <a:gd name="csY4" fmla="*/ 65300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779599"/>
                  <a:gd name="csY0" fmla="*/ 294183 h 1765065"/>
                  <a:gd name="csX1" fmla="*/ 294183 w 3779599"/>
                  <a:gd name="csY1" fmla="*/ 0 h 1765065"/>
                  <a:gd name="csX2" fmla="*/ 3687508 w 3779599"/>
                  <a:gd name="csY2" fmla="*/ 0 h 1765065"/>
                  <a:gd name="csX3" fmla="*/ 3712451 w 3779599"/>
                  <a:gd name="csY3" fmla="*/ 474745 h 1765065"/>
                  <a:gd name="csX4" fmla="*/ 3748011 w 3779599"/>
                  <a:gd name="csY4" fmla="*/ 653002 h 1765065"/>
                  <a:gd name="csX5" fmla="*/ 3687508 w 3779599"/>
                  <a:gd name="csY5" fmla="*/ 1765065 h 1765065"/>
                  <a:gd name="csX6" fmla="*/ 294183 w 3779599"/>
                  <a:gd name="csY6" fmla="*/ 1765065 h 1765065"/>
                  <a:gd name="csX7" fmla="*/ 0 w 3779599"/>
                  <a:gd name="csY7" fmla="*/ 1470882 h 1765065"/>
                  <a:gd name="csX8" fmla="*/ 0 w 3779599"/>
                  <a:gd name="csY8" fmla="*/ 294183 h 1765065"/>
                  <a:gd name="csX0" fmla="*/ 0 w 3781757"/>
                  <a:gd name="csY0" fmla="*/ 294183 h 1765065"/>
                  <a:gd name="csX1" fmla="*/ 294183 w 3781757"/>
                  <a:gd name="csY1" fmla="*/ 0 h 1765065"/>
                  <a:gd name="csX2" fmla="*/ 3687508 w 3781757"/>
                  <a:gd name="csY2" fmla="*/ 0 h 1765065"/>
                  <a:gd name="csX3" fmla="*/ 3753091 w 3781757"/>
                  <a:gd name="csY3" fmla="*/ 449345 h 1765065"/>
                  <a:gd name="csX4" fmla="*/ 3748011 w 3781757"/>
                  <a:gd name="csY4" fmla="*/ 653002 h 1765065"/>
                  <a:gd name="csX5" fmla="*/ 3687508 w 3781757"/>
                  <a:gd name="csY5" fmla="*/ 1765065 h 1765065"/>
                  <a:gd name="csX6" fmla="*/ 294183 w 3781757"/>
                  <a:gd name="csY6" fmla="*/ 1765065 h 1765065"/>
                  <a:gd name="csX7" fmla="*/ 0 w 3781757"/>
                  <a:gd name="csY7" fmla="*/ 1470882 h 1765065"/>
                  <a:gd name="csX8" fmla="*/ 0 w 3781757"/>
                  <a:gd name="csY8" fmla="*/ 294183 h 1765065"/>
                  <a:gd name="csX0" fmla="*/ 0 w 3960033"/>
                  <a:gd name="csY0" fmla="*/ 294183 h 1765065"/>
                  <a:gd name="csX1" fmla="*/ 294183 w 3960033"/>
                  <a:gd name="csY1" fmla="*/ 0 h 1765065"/>
                  <a:gd name="csX2" fmla="*/ 3687508 w 3960033"/>
                  <a:gd name="csY2" fmla="*/ 0 h 1765065"/>
                  <a:gd name="csX3" fmla="*/ 3748011 w 3960033"/>
                  <a:gd name="csY3" fmla="*/ 653002 h 1765065"/>
                  <a:gd name="csX4" fmla="*/ 3687508 w 3960033"/>
                  <a:gd name="csY4" fmla="*/ 1765065 h 1765065"/>
                  <a:gd name="csX5" fmla="*/ 294183 w 3960033"/>
                  <a:gd name="csY5" fmla="*/ 1765065 h 1765065"/>
                  <a:gd name="csX6" fmla="*/ 0 w 3960033"/>
                  <a:gd name="csY6" fmla="*/ 1470882 h 1765065"/>
                  <a:gd name="csX7" fmla="*/ 0 w 3960033"/>
                  <a:gd name="csY7" fmla="*/ 294183 h 1765065"/>
                  <a:gd name="csX0" fmla="*/ 0 w 4111673"/>
                  <a:gd name="csY0" fmla="*/ 294183 h 1765065"/>
                  <a:gd name="csX1" fmla="*/ 294183 w 4111673"/>
                  <a:gd name="csY1" fmla="*/ 0 h 1765065"/>
                  <a:gd name="csX2" fmla="*/ 3687508 w 4111673"/>
                  <a:gd name="csY2" fmla="*/ 0 h 1765065"/>
                  <a:gd name="csX3" fmla="*/ 3687508 w 4111673"/>
                  <a:gd name="csY3" fmla="*/ 1765065 h 1765065"/>
                  <a:gd name="csX4" fmla="*/ 294183 w 4111673"/>
                  <a:gd name="csY4" fmla="*/ 1765065 h 1765065"/>
                  <a:gd name="csX5" fmla="*/ 0 w 4111673"/>
                  <a:gd name="csY5" fmla="*/ 1470882 h 1765065"/>
                  <a:gd name="csX6" fmla="*/ 0 w 4111673"/>
                  <a:gd name="csY6" fmla="*/ 294183 h 1765065"/>
                  <a:gd name="csX0" fmla="*/ 0 w 3941515"/>
                  <a:gd name="csY0" fmla="*/ 294183 h 1765065"/>
                  <a:gd name="csX1" fmla="*/ 294183 w 3941515"/>
                  <a:gd name="csY1" fmla="*/ 0 h 1765065"/>
                  <a:gd name="csX2" fmla="*/ 3687508 w 3941515"/>
                  <a:gd name="csY2" fmla="*/ 0 h 1765065"/>
                  <a:gd name="csX3" fmla="*/ 3687508 w 3941515"/>
                  <a:gd name="csY3" fmla="*/ 1765065 h 1765065"/>
                  <a:gd name="csX4" fmla="*/ 294183 w 3941515"/>
                  <a:gd name="csY4" fmla="*/ 1765065 h 1765065"/>
                  <a:gd name="csX5" fmla="*/ 0 w 3941515"/>
                  <a:gd name="csY5" fmla="*/ 1470882 h 1765065"/>
                  <a:gd name="csX6" fmla="*/ 0 w 3941515"/>
                  <a:gd name="csY6" fmla="*/ 294183 h 1765065"/>
                  <a:gd name="csX0" fmla="*/ 0 w 3692087"/>
                  <a:gd name="csY0" fmla="*/ 294183 h 1765065"/>
                  <a:gd name="csX1" fmla="*/ 294183 w 3692087"/>
                  <a:gd name="csY1" fmla="*/ 0 h 1765065"/>
                  <a:gd name="csX2" fmla="*/ 3687508 w 3692087"/>
                  <a:gd name="csY2" fmla="*/ 0 h 1765065"/>
                  <a:gd name="csX3" fmla="*/ 3687508 w 3692087"/>
                  <a:gd name="csY3" fmla="*/ 1765065 h 1765065"/>
                  <a:gd name="csX4" fmla="*/ 294183 w 3692087"/>
                  <a:gd name="csY4" fmla="*/ 1765065 h 1765065"/>
                  <a:gd name="csX5" fmla="*/ 0 w 3692087"/>
                  <a:gd name="csY5" fmla="*/ 1470882 h 1765065"/>
                  <a:gd name="csX6" fmla="*/ 0 w 3692087"/>
                  <a:gd name="csY6" fmla="*/ 294183 h 17650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692087" h="1765065">
                    <a:moveTo>
                      <a:pt x="0" y="294183"/>
                    </a:moveTo>
                    <a:cubicBezTo>
                      <a:pt x="0" y="131710"/>
                      <a:pt x="131710" y="0"/>
                      <a:pt x="294183" y="0"/>
                    </a:cubicBezTo>
                    <a:lnTo>
                      <a:pt x="3687508" y="0"/>
                    </a:lnTo>
                    <a:cubicBezTo>
                      <a:pt x="3699342" y="411017"/>
                      <a:pt x="3684102" y="1333728"/>
                      <a:pt x="3687508" y="1765065"/>
                    </a:cubicBezTo>
                    <a:lnTo>
                      <a:pt x="294183" y="1765065"/>
                    </a:lnTo>
                    <a:cubicBezTo>
                      <a:pt x="131710" y="1765065"/>
                      <a:pt x="0" y="1633355"/>
                      <a:pt x="0" y="1470882"/>
                    </a:cubicBezTo>
                    <a:lnTo>
                      <a:pt x="0" y="294183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16" name="Obdélník 14">
                <a:extLst>
                  <a:ext uri="{FF2B5EF4-FFF2-40B4-BE49-F238E27FC236}">
                    <a16:creationId xmlns:a16="http://schemas.microsoft.com/office/drawing/2014/main" id="{B0EDBB50-CBC9-06A9-212F-874B009E1316}"/>
                  </a:ext>
                </a:extLst>
              </p:cNvPr>
              <p:cNvSpPr/>
              <p:nvPr/>
            </p:nvSpPr>
            <p:spPr>
              <a:xfrm>
                <a:off x="5945449" y="526490"/>
                <a:ext cx="528143" cy="1749985"/>
              </a:xfrm>
              <a:custGeom>
                <a:avLst/>
                <a:gdLst>
                  <a:gd name="csX0" fmla="*/ 0 w 528143"/>
                  <a:gd name="csY0" fmla="*/ 0 h 1713790"/>
                  <a:gd name="csX1" fmla="*/ 528143 w 528143"/>
                  <a:gd name="csY1" fmla="*/ 0 h 1713790"/>
                  <a:gd name="csX2" fmla="*/ 528143 w 528143"/>
                  <a:gd name="csY2" fmla="*/ 1713790 h 1713790"/>
                  <a:gd name="csX3" fmla="*/ 0 w 528143"/>
                  <a:gd name="csY3" fmla="*/ 1713790 h 1713790"/>
                  <a:gd name="csX4" fmla="*/ 0 w 528143"/>
                  <a:gd name="csY4" fmla="*/ 0 h 1713790"/>
                  <a:gd name="csX0" fmla="*/ 0 w 528143"/>
                  <a:gd name="csY0" fmla="*/ 0 h 1725220"/>
                  <a:gd name="csX1" fmla="*/ 528143 w 528143"/>
                  <a:gd name="csY1" fmla="*/ 11430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0 h 1725220"/>
                  <a:gd name="csX1" fmla="*/ 528143 w 528143"/>
                  <a:gd name="csY1" fmla="*/ 1905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3810 h 1729030"/>
                  <a:gd name="csX1" fmla="*/ 528143 w 528143"/>
                  <a:gd name="csY1" fmla="*/ 0 h 1729030"/>
                  <a:gd name="csX2" fmla="*/ 528143 w 528143"/>
                  <a:gd name="csY2" fmla="*/ 1729030 h 1729030"/>
                  <a:gd name="csX3" fmla="*/ 0 w 528143"/>
                  <a:gd name="csY3" fmla="*/ 1729030 h 1729030"/>
                  <a:gd name="csX4" fmla="*/ 0 w 528143"/>
                  <a:gd name="csY4" fmla="*/ 3810 h 172903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2903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4808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9985"/>
                  <a:gd name="csX1" fmla="*/ 528143 w 528143"/>
                  <a:gd name="csY1" fmla="*/ 0 h 1749985"/>
                  <a:gd name="csX2" fmla="*/ 528143 w 528143"/>
                  <a:gd name="csY2" fmla="*/ 1749985 h 1749985"/>
                  <a:gd name="csX3" fmla="*/ 0 w 528143"/>
                  <a:gd name="csY3" fmla="*/ 1748080 h 1749985"/>
                  <a:gd name="csX4" fmla="*/ 0 w 528143"/>
                  <a:gd name="csY4" fmla="*/ 3810 h 17499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8143" h="1749985">
                    <a:moveTo>
                      <a:pt x="0" y="3810"/>
                    </a:moveTo>
                    <a:lnTo>
                      <a:pt x="528143" y="0"/>
                    </a:lnTo>
                    <a:lnTo>
                      <a:pt x="528143" y="1749985"/>
                    </a:lnTo>
                    <a:lnTo>
                      <a:pt x="0" y="1748080"/>
                    </a:lnTo>
                    <a:lnTo>
                      <a:pt x="0" y="381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  <p:sp>
          <p:nvSpPr>
            <p:cNvPr id="20" name="TextovéPole 19">
              <a:extLst>
                <a:ext uri="{FF2B5EF4-FFF2-40B4-BE49-F238E27FC236}">
                  <a16:creationId xmlns:a16="http://schemas.microsoft.com/office/drawing/2014/main" id="{FFD1CE8F-7104-BB96-BE76-BE765D28CAF9}"/>
                </a:ext>
              </a:extLst>
            </p:cNvPr>
            <p:cNvSpPr txBox="1"/>
            <p:nvPr/>
          </p:nvSpPr>
          <p:spPr>
            <a:xfrm>
              <a:off x="6084075" y="659295"/>
              <a:ext cx="47265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algoritmus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23" name="Skupina 22">
            <a:extLst>
              <a:ext uri="{FF2B5EF4-FFF2-40B4-BE49-F238E27FC236}">
                <a16:creationId xmlns:a16="http://schemas.microsoft.com/office/drawing/2014/main" id="{7BF4F623-EDA7-EA0E-9005-D6DB03B182F2}"/>
              </a:ext>
            </a:extLst>
          </p:cNvPr>
          <p:cNvGrpSpPr/>
          <p:nvPr/>
        </p:nvGrpSpPr>
        <p:grpSpPr>
          <a:xfrm>
            <a:off x="2080251" y="148832"/>
            <a:ext cx="3933740" cy="1474971"/>
            <a:chOff x="2253363" y="520422"/>
            <a:chExt cx="3933740" cy="1474971"/>
          </a:xfrm>
        </p:grpSpPr>
        <p:grpSp>
          <p:nvGrpSpPr>
            <p:cNvPr id="17" name="Skupina 16">
              <a:extLst>
                <a:ext uri="{FF2B5EF4-FFF2-40B4-BE49-F238E27FC236}">
                  <a16:creationId xmlns:a16="http://schemas.microsoft.com/office/drawing/2014/main" id="{7DD0791B-837F-F7AF-F990-F4DA5F27CF7E}"/>
                </a:ext>
              </a:extLst>
            </p:cNvPr>
            <p:cNvGrpSpPr/>
            <p:nvPr/>
          </p:nvGrpSpPr>
          <p:grpSpPr>
            <a:xfrm>
              <a:off x="2253363" y="520422"/>
              <a:ext cx="3842638" cy="1474971"/>
              <a:chOff x="2253362" y="520422"/>
              <a:chExt cx="3703581" cy="1765065"/>
            </a:xfrm>
          </p:grpSpPr>
          <p:sp>
            <p:nvSpPr>
              <p:cNvPr id="11" name="Obdélník: se zakulacenými rohy 10">
                <a:extLst>
                  <a:ext uri="{FF2B5EF4-FFF2-40B4-BE49-F238E27FC236}">
                    <a16:creationId xmlns:a16="http://schemas.microsoft.com/office/drawing/2014/main" id="{A86EE7F8-C346-4587-E121-C48CECD8A4D3}"/>
                  </a:ext>
                </a:extLst>
              </p:cNvPr>
              <p:cNvSpPr/>
              <p:nvPr/>
            </p:nvSpPr>
            <p:spPr>
              <a:xfrm>
                <a:off x="2253362" y="520422"/>
                <a:ext cx="3692087" cy="1765065"/>
              </a:xfrm>
              <a:custGeom>
                <a:avLst/>
                <a:gdLst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294183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748011 w 3981691"/>
                  <a:gd name="csY4" fmla="*/ 65300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779599"/>
                  <a:gd name="csY0" fmla="*/ 294183 h 1765065"/>
                  <a:gd name="csX1" fmla="*/ 294183 w 3779599"/>
                  <a:gd name="csY1" fmla="*/ 0 h 1765065"/>
                  <a:gd name="csX2" fmla="*/ 3687508 w 3779599"/>
                  <a:gd name="csY2" fmla="*/ 0 h 1765065"/>
                  <a:gd name="csX3" fmla="*/ 3712451 w 3779599"/>
                  <a:gd name="csY3" fmla="*/ 474745 h 1765065"/>
                  <a:gd name="csX4" fmla="*/ 3748011 w 3779599"/>
                  <a:gd name="csY4" fmla="*/ 653002 h 1765065"/>
                  <a:gd name="csX5" fmla="*/ 3687508 w 3779599"/>
                  <a:gd name="csY5" fmla="*/ 1765065 h 1765065"/>
                  <a:gd name="csX6" fmla="*/ 294183 w 3779599"/>
                  <a:gd name="csY6" fmla="*/ 1765065 h 1765065"/>
                  <a:gd name="csX7" fmla="*/ 0 w 3779599"/>
                  <a:gd name="csY7" fmla="*/ 1470882 h 1765065"/>
                  <a:gd name="csX8" fmla="*/ 0 w 3779599"/>
                  <a:gd name="csY8" fmla="*/ 294183 h 1765065"/>
                  <a:gd name="csX0" fmla="*/ 0 w 3781757"/>
                  <a:gd name="csY0" fmla="*/ 294183 h 1765065"/>
                  <a:gd name="csX1" fmla="*/ 294183 w 3781757"/>
                  <a:gd name="csY1" fmla="*/ 0 h 1765065"/>
                  <a:gd name="csX2" fmla="*/ 3687508 w 3781757"/>
                  <a:gd name="csY2" fmla="*/ 0 h 1765065"/>
                  <a:gd name="csX3" fmla="*/ 3753091 w 3781757"/>
                  <a:gd name="csY3" fmla="*/ 449345 h 1765065"/>
                  <a:gd name="csX4" fmla="*/ 3748011 w 3781757"/>
                  <a:gd name="csY4" fmla="*/ 653002 h 1765065"/>
                  <a:gd name="csX5" fmla="*/ 3687508 w 3781757"/>
                  <a:gd name="csY5" fmla="*/ 1765065 h 1765065"/>
                  <a:gd name="csX6" fmla="*/ 294183 w 3781757"/>
                  <a:gd name="csY6" fmla="*/ 1765065 h 1765065"/>
                  <a:gd name="csX7" fmla="*/ 0 w 3781757"/>
                  <a:gd name="csY7" fmla="*/ 1470882 h 1765065"/>
                  <a:gd name="csX8" fmla="*/ 0 w 3781757"/>
                  <a:gd name="csY8" fmla="*/ 294183 h 1765065"/>
                  <a:gd name="csX0" fmla="*/ 0 w 3960033"/>
                  <a:gd name="csY0" fmla="*/ 294183 h 1765065"/>
                  <a:gd name="csX1" fmla="*/ 294183 w 3960033"/>
                  <a:gd name="csY1" fmla="*/ 0 h 1765065"/>
                  <a:gd name="csX2" fmla="*/ 3687508 w 3960033"/>
                  <a:gd name="csY2" fmla="*/ 0 h 1765065"/>
                  <a:gd name="csX3" fmla="*/ 3748011 w 3960033"/>
                  <a:gd name="csY3" fmla="*/ 653002 h 1765065"/>
                  <a:gd name="csX4" fmla="*/ 3687508 w 3960033"/>
                  <a:gd name="csY4" fmla="*/ 1765065 h 1765065"/>
                  <a:gd name="csX5" fmla="*/ 294183 w 3960033"/>
                  <a:gd name="csY5" fmla="*/ 1765065 h 1765065"/>
                  <a:gd name="csX6" fmla="*/ 0 w 3960033"/>
                  <a:gd name="csY6" fmla="*/ 1470882 h 1765065"/>
                  <a:gd name="csX7" fmla="*/ 0 w 3960033"/>
                  <a:gd name="csY7" fmla="*/ 294183 h 1765065"/>
                  <a:gd name="csX0" fmla="*/ 0 w 4111673"/>
                  <a:gd name="csY0" fmla="*/ 294183 h 1765065"/>
                  <a:gd name="csX1" fmla="*/ 294183 w 4111673"/>
                  <a:gd name="csY1" fmla="*/ 0 h 1765065"/>
                  <a:gd name="csX2" fmla="*/ 3687508 w 4111673"/>
                  <a:gd name="csY2" fmla="*/ 0 h 1765065"/>
                  <a:gd name="csX3" fmla="*/ 3687508 w 4111673"/>
                  <a:gd name="csY3" fmla="*/ 1765065 h 1765065"/>
                  <a:gd name="csX4" fmla="*/ 294183 w 4111673"/>
                  <a:gd name="csY4" fmla="*/ 1765065 h 1765065"/>
                  <a:gd name="csX5" fmla="*/ 0 w 4111673"/>
                  <a:gd name="csY5" fmla="*/ 1470882 h 1765065"/>
                  <a:gd name="csX6" fmla="*/ 0 w 4111673"/>
                  <a:gd name="csY6" fmla="*/ 294183 h 1765065"/>
                  <a:gd name="csX0" fmla="*/ 0 w 3941515"/>
                  <a:gd name="csY0" fmla="*/ 294183 h 1765065"/>
                  <a:gd name="csX1" fmla="*/ 294183 w 3941515"/>
                  <a:gd name="csY1" fmla="*/ 0 h 1765065"/>
                  <a:gd name="csX2" fmla="*/ 3687508 w 3941515"/>
                  <a:gd name="csY2" fmla="*/ 0 h 1765065"/>
                  <a:gd name="csX3" fmla="*/ 3687508 w 3941515"/>
                  <a:gd name="csY3" fmla="*/ 1765065 h 1765065"/>
                  <a:gd name="csX4" fmla="*/ 294183 w 3941515"/>
                  <a:gd name="csY4" fmla="*/ 1765065 h 1765065"/>
                  <a:gd name="csX5" fmla="*/ 0 w 3941515"/>
                  <a:gd name="csY5" fmla="*/ 1470882 h 1765065"/>
                  <a:gd name="csX6" fmla="*/ 0 w 3941515"/>
                  <a:gd name="csY6" fmla="*/ 294183 h 1765065"/>
                  <a:gd name="csX0" fmla="*/ 0 w 3692087"/>
                  <a:gd name="csY0" fmla="*/ 294183 h 1765065"/>
                  <a:gd name="csX1" fmla="*/ 294183 w 3692087"/>
                  <a:gd name="csY1" fmla="*/ 0 h 1765065"/>
                  <a:gd name="csX2" fmla="*/ 3687508 w 3692087"/>
                  <a:gd name="csY2" fmla="*/ 0 h 1765065"/>
                  <a:gd name="csX3" fmla="*/ 3687508 w 3692087"/>
                  <a:gd name="csY3" fmla="*/ 1765065 h 1765065"/>
                  <a:gd name="csX4" fmla="*/ 294183 w 3692087"/>
                  <a:gd name="csY4" fmla="*/ 1765065 h 1765065"/>
                  <a:gd name="csX5" fmla="*/ 0 w 3692087"/>
                  <a:gd name="csY5" fmla="*/ 1470882 h 1765065"/>
                  <a:gd name="csX6" fmla="*/ 0 w 3692087"/>
                  <a:gd name="csY6" fmla="*/ 294183 h 17650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692087" h="1765065">
                    <a:moveTo>
                      <a:pt x="0" y="294183"/>
                    </a:moveTo>
                    <a:cubicBezTo>
                      <a:pt x="0" y="131710"/>
                      <a:pt x="131710" y="0"/>
                      <a:pt x="294183" y="0"/>
                    </a:cubicBezTo>
                    <a:lnTo>
                      <a:pt x="3687508" y="0"/>
                    </a:lnTo>
                    <a:cubicBezTo>
                      <a:pt x="3699342" y="411017"/>
                      <a:pt x="3684102" y="1333728"/>
                      <a:pt x="3687508" y="1765065"/>
                    </a:cubicBezTo>
                    <a:lnTo>
                      <a:pt x="294183" y="1765065"/>
                    </a:lnTo>
                    <a:cubicBezTo>
                      <a:pt x="131710" y="1765065"/>
                      <a:pt x="0" y="1633355"/>
                      <a:pt x="0" y="1470882"/>
                    </a:cubicBezTo>
                    <a:lnTo>
                      <a:pt x="0" y="294183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15" name="Obdélník 14">
                <a:extLst>
                  <a:ext uri="{FF2B5EF4-FFF2-40B4-BE49-F238E27FC236}">
                    <a16:creationId xmlns:a16="http://schemas.microsoft.com/office/drawing/2014/main" id="{7BD7230C-BA83-7429-4C40-AA0C6EBB628D}"/>
                  </a:ext>
                </a:extLst>
              </p:cNvPr>
              <p:cNvSpPr/>
              <p:nvPr/>
            </p:nvSpPr>
            <p:spPr>
              <a:xfrm>
                <a:off x="5428800" y="526490"/>
                <a:ext cx="528143" cy="1749985"/>
              </a:xfrm>
              <a:custGeom>
                <a:avLst/>
                <a:gdLst>
                  <a:gd name="csX0" fmla="*/ 0 w 528143"/>
                  <a:gd name="csY0" fmla="*/ 0 h 1713790"/>
                  <a:gd name="csX1" fmla="*/ 528143 w 528143"/>
                  <a:gd name="csY1" fmla="*/ 0 h 1713790"/>
                  <a:gd name="csX2" fmla="*/ 528143 w 528143"/>
                  <a:gd name="csY2" fmla="*/ 1713790 h 1713790"/>
                  <a:gd name="csX3" fmla="*/ 0 w 528143"/>
                  <a:gd name="csY3" fmla="*/ 1713790 h 1713790"/>
                  <a:gd name="csX4" fmla="*/ 0 w 528143"/>
                  <a:gd name="csY4" fmla="*/ 0 h 1713790"/>
                  <a:gd name="csX0" fmla="*/ 0 w 528143"/>
                  <a:gd name="csY0" fmla="*/ 0 h 1725220"/>
                  <a:gd name="csX1" fmla="*/ 528143 w 528143"/>
                  <a:gd name="csY1" fmla="*/ 11430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0 h 1725220"/>
                  <a:gd name="csX1" fmla="*/ 528143 w 528143"/>
                  <a:gd name="csY1" fmla="*/ 1905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3810 h 1729030"/>
                  <a:gd name="csX1" fmla="*/ 528143 w 528143"/>
                  <a:gd name="csY1" fmla="*/ 0 h 1729030"/>
                  <a:gd name="csX2" fmla="*/ 528143 w 528143"/>
                  <a:gd name="csY2" fmla="*/ 1729030 h 1729030"/>
                  <a:gd name="csX3" fmla="*/ 0 w 528143"/>
                  <a:gd name="csY3" fmla="*/ 1729030 h 1729030"/>
                  <a:gd name="csX4" fmla="*/ 0 w 528143"/>
                  <a:gd name="csY4" fmla="*/ 3810 h 172903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2903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4808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9985"/>
                  <a:gd name="csX1" fmla="*/ 528143 w 528143"/>
                  <a:gd name="csY1" fmla="*/ 0 h 1749985"/>
                  <a:gd name="csX2" fmla="*/ 528143 w 528143"/>
                  <a:gd name="csY2" fmla="*/ 1749985 h 1749985"/>
                  <a:gd name="csX3" fmla="*/ 0 w 528143"/>
                  <a:gd name="csY3" fmla="*/ 1748080 h 1749985"/>
                  <a:gd name="csX4" fmla="*/ 0 w 528143"/>
                  <a:gd name="csY4" fmla="*/ 3810 h 17499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8143" h="1749985">
                    <a:moveTo>
                      <a:pt x="0" y="3810"/>
                    </a:moveTo>
                    <a:lnTo>
                      <a:pt x="528143" y="0"/>
                    </a:lnTo>
                    <a:lnTo>
                      <a:pt x="528143" y="1749985"/>
                    </a:lnTo>
                    <a:lnTo>
                      <a:pt x="0" y="1748080"/>
                    </a:lnTo>
                    <a:lnTo>
                      <a:pt x="0" y="381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  <p:sp>
          <p:nvSpPr>
            <p:cNvPr id="22" name="TextovéPole 21">
              <a:extLst>
                <a:ext uri="{FF2B5EF4-FFF2-40B4-BE49-F238E27FC236}">
                  <a16:creationId xmlns:a16="http://schemas.microsoft.com/office/drawing/2014/main" id="{95ADC337-80C8-DADF-2DD4-305B8786A63D}"/>
                </a:ext>
              </a:extLst>
            </p:cNvPr>
            <p:cNvSpPr txBox="1"/>
            <p:nvPr/>
          </p:nvSpPr>
          <p:spPr>
            <a:xfrm>
              <a:off x="2343570" y="644066"/>
              <a:ext cx="384353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Evoluční</a:t>
              </a:r>
              <a:endParaRPr lang="cs-CZ" sz="7200" dirty="0"/>
            </a:p>
          </p:txBody>
        </p:sp>
      </p:grpSp>
      <p:grpSp>
        <p:nvGrpSpPr>
          <p:cNvPr id="36" name="Skupina 35">
            <a:extLst>
              <a:ext uri="{FF2B5EF4-FFF2-40B4-BE49-F238E27FC236}">
                <a16:creationId xmlns:a16="http://schemas.microsoft.com/office/drawing/2014/main" id="{5BFD37CF-42BD-6AC1-3346-9988C3F3BFB0}"/>
              </a:ext>
            </a:extLst>
          </p:cNvPr>
          <p:cNvGrpSpPr/>
          <p:nvPr/>
        </p:nvGrpSpPr>
        <p:grpSpPr>
          <a:xfrm>
            <a:off x="263541" y="2256304"/>
            <a:ext cx="5111375" cy="3357465"/>
            <a:chOff x="456481" y="2674724"/>
            <a:chExt cx="5111375" cy="3357465"/>
          </a:xfrm>
        </p:grpSpPr>
        <p:sp>
          <p:nvSpPr>
            <p:cNvPr id="28" name="Obdélník: se zakulacenými rohy 27">
              <a:extLst>
                <a:ext uri="{FF2B5EF4-FFF2-40B4-BE49-F238E27FC236}">
                  <a16:creationId xmlns:a16="http://schemas.microsoft.com/office/drawing/2014/main" id="{8C9522E8-79ED-F894-ED13-856A23296936}"/>
                </a:ext>
              </a:extLst>
            </p:cNvPr>
            <p:cNvSpPr/>
            <p:nvPr/>
          </p:nvSpPr>
          <p:spPr>
            <a:xfrm>
              <a:off x="456481" y="2674724"/>
              <a:ext cx="5111375" cy="3357465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9" name="TextovéPole 28">
              <a:extLst>
                <a:ext uri="{FF2B5EF4-FFF2-40B4-BE49-F238E27FC236}">
                  <a16:creationId xmlns:a16="http://schemas.microsoft.com/office/drawing/2014/main" id="{C7A0D0ED-56F2-CD11-C733-B8AD54EBF592}"/>
                </a:ext>
              </a:extLst>
            </p:cNvPr>
            <p:cNvSpPr txBox="1"/>
            <p:nvPr/>
          </p:nvSpPr>
          <p:spPr>
            <a:xfrm>
              <a:off x="948626" y="2992862"/>
              <a:ext cx="4146575" cy="1050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Evolution</a:t>
              </a:r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 manager</a:t>
              </a:r>
            </a:p>
          </p:txBody>
        </p:sp>
        <p:sp>
          <p:nvSpPr>
            <p:cNvPr id="35" name="TextovéPole 34">
              <a:extLst>
                <a:ext uri="{FF2B5EF4-FFF2-40B4-BE49-F238E27FC236}">
                  <a16:creationId xmlns:a16="http://schemas.microsoft.com/office/drawing/2014/main" id="{C423D8A1-EF9E-41D4-2897-40CEDBE1D191}"/>
                </a:ext>
              </a:extLst>
            </p:cNvPr>
            <p:cNvSpPr txBox="1"/>
            <p:nvPr/>
          </p:nvSpPr>
          <p:spPr>
            <a:xfrm>
              <a:off x="736983" y="3769247"/>
              <a:ext cx="4718046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Kontroluje, zda nastal konec generace.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Po ukončení generace evaluuje všechny agenty.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Vybere nejlepší agenty a vytvoří z nich novou generaci, na kterou je aplikovaná mutace sítě.</a:t>
              </a:r>
            </a:p>
            <a:p>
              <a:pPr algn="ctr"/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  <p:grpSp>
        <p:nvGrpSpPr>
          <p:cNvPr id="41" name="Skupina 40">
            <a:extLst>
              <a:ext uri="{FF2B5EF4-FFF2-40B4-BE49-F238E27FC236}">
                <a16:creationId xmlns:a16="http://schemas.microsoft.com/office/drawing/2014/main" id="{1C4A59CE-4521-F5A2-9987-F4BF2F548456}"/>
              </a:ext>
            </a:extLst>
          </p:cNvPr>
          <p:cNvGrpSpPr/>
          <p:nvPr/>
        </p:nvGrpSpPr>
        <p:grpSpPr>
          <a:xfrm>
            <a:off x="6817086" y="2174263"/>
            <a:ext cx="4789779" cy="1701429"/>
            <a:chOff x="6786089" y="2373408"/>
            <a:chExt cx="4789779" cy="1701429"/>
          </a:xfrm>
        </p:grpSpPr>
        <p:sp>
          <p:nvSpPr>
            <p:cNvPr id="38" name="Obdélník: se zakulacenými rohy 37">
              <a:extLst>
                <a:ext uri="{FF2B5EF4-FFF2-40B4-BE49-F238E27FC236}">
                  <a16:creationId xmlns:a16="http://schemas.microsoft.com/office/drawing/2014/main" id="{8957F373-B4CD-EF01-A5DB-88BFEF671F16}"/>
                </a:ext>
              </a:extLst>
            </p:cNvPr>
            <p:cNvSpPr/>
            <p:nvPr/>
          </p:nvSpPr>
          <p:spPr>
            <a:xfrm>
              <a:off x="6786089" y="2373408"/>
              <a:ext cx="4718046" cy="1701429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39" name="TextovéPole 38">
              <a:extLst>
                <a:ext uri="{FF2B5EF4-FFF2-40B4-BE49-F238E27FC236}">
                  <a16:creationId xmlns:a16="http://schemas.microsoft.com/office/drawing/2014/main" id="{45DA62AD-8A36-E50A-4A63-C3E03F9E8EB3}"/>
                </a:ext>
              </a:extLst>
            </p:cNvPr>
            <p:cNvSpPr txBox="1"/>
            <p:nvPr/>
          </p:nvSpPr>
          <p:spPr>
            <a:xfrm>
              <a:off x="7069465" y="2547014"/>
              <a:ext cx="41465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Food manager</a:t>
              </a:r>
            </a:p>
          </p:txBody>
        </p:sp>
        <p:sp>
          <p:nvSpPr>
            <p:cNvPr id="40" name="TextovéPole 39">
              <a:extLst>
                <a:ext uri="{FF2B5EF4-FFF2-40B4-BE49-F238E27FC236}">
                  <a16:creationId xmlns:a16="http://schemas.microsoft.com/office/drawing/2014/main" id="{01A523C9-5713-1423-6087-98441053D262}"/>
                </a:ext>
              </a:extLst>
            </p:cNvPr>
            <p:cNvSpPr txBox="1"/>
            <p:nvPr/>
          </p:nvSpPr>
          <p:spPr>
            <a:xfrm>
              <a:off x="6857822" y="3323399"/>
              <a:ext cx="47180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Zajišťuje </a:t>
              </a: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spawnování</a:t>
              </a: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 jídla v prostředí</a:t>
              </a:r>
            </a:p>
          </p:txBody>
        </p:sp>
      </p:grpSp>
      <p:grpSp>
        <p:nvGrpSpPr>
          <p:cNvPr id="46" name="Skupina 45">
            <a:extLst>
              <a:ext uri="{FF2B5EF4-FFF2-40B4-BE49-F238E27FC236}">
                <a16:creationId xmlns:a16="http://schemas.microsoft.com/office/drawing/2014/main" id="{407E99D8-8F21-866E-07F4-06C78C1B59A0}"/>
              </a:ext>
            </a:extLst>
          </p:cNvPr>
          <p:cNvGrpSpPr/>
          <p:nvPr/>
        </p:nvGrpSpPr>
        <p:grpSpPr>
          <a:xfrm>
            <a:off x="6838564" y="4049298"/>
            <a:ext cx="4789779" cy="1701429"/>
            <a:chOff x="6838564" y="4124031"/>
            <a:chExt cx="4789779" cy="1701429"/>
          </a:xfrm>
        </p:grpSpPr>
        <p:sp>
          <p:nvSpPr>
            <p:cNvPr id="43" name="Obdélník: se zakulacenými rohy 42">
              <a:extLst>
                <a:ext uri="{FF2B5EF4-FFF2-40B4-BE49-F238E27FC236}">
                  <a16:creationId xmlns:a16="http://schemas.microsoft.com/office/drawing/2014/main" id="{0693A1FA-2BB1-3D80-52B6-9E8C71EF3714}"/>
                </a:ext>
              </a:extLst>
            </p:cNvPr>
            <p:cNvSpPr/>
            <p:nvPr/>
          </p:nvSpPr>
          <p:spPr>
            <a:xfrm>
              <a:off x="6838564" y="4124031"/>
              <a:ext cx="4718046" cy="1701429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44" name="TextovéPole 43">
              <a:extLst>
                <a:ext uri="{FF2B5EF4-FFF2-40B4-BE49-F238E27FC236}">
                  <a16:creationId xmlns:a16="http://schemas.microsoft.com/office/drawing/2014/main" id="{21FA527F-39E4-419C-EE60-678BBDB7D10D}"/>
                </a:ext>
              </a:extLst>
            </p:cNvPr>
            <p:cNvSpPr txBox="1"/>
            <p:nvPr/>
          </p:nvSpPr>
          <p:spPr>
            <a:xfrm>
              <a:off x="7121940" y="4297637"/>
              <a:ext cx="41465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Score</a:t>
              </a:r>
              <a:r>
                <a:rPr lang="cs-CZ" sz="36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cs-CZ" sz="36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function</a:t>
              </a:r>
              <a:endParaRPr lang="cs-CZ" sz="36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45" name="TextovéPole 44">
              <a:extLst>
                <a:ext uri="{FF2B5EF4-FFF2-40B4-BE49-F238E27FC236}">
                  <a16:creationId xmlns:a16="http://schemas.microsoft.com/office/drawing/2014/main" id="{704D19C1-BBA1-183E-665C-0E71C98BE467}"/>
                </a:ext>
              </a:extLst>
            </p:cNvPr>
            <p:cNvSpPr txBox="1"/>
            <p:nvPr/>
          </p:nvSpPr>
          <p:spPr>
            <a:xfrm>
              <a:off x="6910297" y="5074022"/>
              <a:ext cx="47180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Score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=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FoodEaten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+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energyBonus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+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closeToFoodBonus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+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centerBonus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; </a:t>
              </a:r>
            </a:p>
          </p:txBody>
        </p:sp>
      </p:grpSp>
      <p:grpSp>
        <p:nvGrpSpPr>
          <p:cNvPr id="64" name="Skupina 63">
            <a:extLst>
              <a:ext uri="{FF2B5EF4-FFF2-40B4-BE49-F238E27FC236}">
                <a16:creationId xmlns:a16="http://schemas.microsoft.com/office/drawing/2014/main" id="{C2A2AE1E-F5E4-555F-03AE-E0154B392C9A}"/>
              </a:ext>
            </a:extLst>
          </p:cNvPr>
          <p:cNvGrpSpPr/>
          <p:nvPr/>
        </p:nvGrpSpPr>
        <p:grpSpPr>
          <a:xfrm>
            <a:off x="1523998" y="-3600000"/>
            <a:ext cx="9144001" cy="2588636"/>
            <a:chOff x="1523998" y="198438"/>
            <a:chExt cx="9144001" cy="2588636"/>
          </a:xfrm>
        </p:grpSpPr>
        <p:sp>
          <p:nvSpPr>
            <p:cNvPr id="65" name="Obdélník: se zakulacenými rohy 64">
              <a:extLst>
                <a:ext uri="{FF2B5EF4-FFF2-40B4-BE49-F238E27FC236}">
                  <a16:creationId xmlns:a16="http://schemas.microsoft.com/office/drawing/2014/main" id="{C401E6D8-65BD-D2F8-1840-AB2EA96A40B6}"/>
                </a:ext>
              </a:extLst>
            </p:cNvPr>
            <p:cNvSpPr/>
            <p:nvPr/>
          </p:nvSpPr>
          <p:spPr>
            <a:xfrm>
              <a:off x="1523998" y="198438"/>
              <a:ext cx="9144001" cy="2588636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66" name="TextovéPole 65">
              <a:extLst>
                <a:ext uri="{FF2B5EF4-FFF2-40B4-BE49-F238E27FC236}">
                  <a16:creationId xmlns:a16="http://schemas.microsoft.com/office/drawing/2014/main" id="{C0C3C0AD-4163-B521-2C97-4F14C397BC94}"/>
                </a:ext>
              </a:extLst>
            </p:cNvPr>
            <p:cNvSpPr txBox="1"/>
            <p:nvPr/>
          </p:nvSpPr>
          <p:spPr>
            <a:xfrm>
              <a:off x="2648143" y="224134"/>
              <a:ext cx="64751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Neuronová síť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  <p:sp>
          <p:nvSpPr>
            <p:cNvPr id="67" name="TextovéPole 66">
              <a:extLst>
                <a:ext uri="{FF2B5EF4-FFF2-40B4-BE49-F238E27FC236}">
                  <a16:creationId xmlns:a16="http://schemas.microsoft.com/office/drawing/2014/main" id="{0C6C2164-CE70-6D19-B6F2-F6BC477DEE7C}"/>
                </a:ext>
              </a:extLst>
            </p:cNvPr>
            <p:cNvSpPr txBox="1"/>
            <p:nvPr/>
          </p:nvSpPr>
          <p:spPr>
            <a:xfrm>
              <a:off x="3567775" y="1334110"/>
              <a:ext cx="481214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Síť začíná pouze se dvěma plně propojenými vrstvami (vstupní a výstupní). Váhy a </a:t>
              </a: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biasy</a:t>
              </a: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 jsou náhodně inicializovány mezi -1 a 1. Síť se dále rozšiřuje mutacemi.</a:t>
              </a:r>
            </a:p>
          </p:txBody>
        </p:sp>
      </p:grpSp>
      <p:grpSp>
        <p:nvGrpSpPr>
          <p:cNvPr id="84" name="Skupina 83">
            <a:extLst>
              <a:ext uri="{FF2B5EF4-FFF2-40B4-BE49-F238E27FC236}">
                <a16:creationId xmlns:a16="http://schemas.microsoft.com/office/drawing/2014/main" id="{39F818ED-1B4F-CFED-F30E-12D3526D7609}"/>
              </a:ext>
            </a:extLst>
          </p:cNvPr>
          <p:cNvGrpSpPr/>
          <p:nvPr/>
        </p:nvGrpSpPr>
        <p:grpSpPr>
          <a:xfrm>
            <a:off x="-9000000" y="3131672"/>
            <a:ext cx="3958542" cy="3096748"/>
            <a:chOff x="301479" y="3131672"/>
            <a:chExt cx="3958542" cy="3096748"/>
          </a:xfrm>
        </p:grpSpPr>
        <p:sp>
          <p:nvSpPr>
            <p:cNvPr id="69" name="Obdélník: se zakulacenými rohy 68">
              <a:extLst>
                <a:ext uri="{FF2B5EF4-FFF2-40B4-BE49-F238E27FC236}">
                  <a16:creationId xmlns:a16="http://schemas.microsoft.com/office/drawing/2014/main" id="{166A8B7A-9178-3972-D7E8-44AB75F8594D}"/>
                </a:ext>
              </a:extLst>
            </p:cNvPr>
            <p:cNvSpPr/>
            <p:nvPr/>
          </p:nvSpPr>
          <p:spPr>
            <a:xfrm>
              <a:off x="301479" y="3131672"/>
              <a:ext cx="3958542" cy="3096748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0" name="TextovéPole 69">
              <a:extLst>
                <a:ext uri="{FF2B5EF4-FFF2-40B4-BE49-F238E27FC236}">
                  <a16:creationId xmlns:a16="http://schemas.microsoft.com/office/drawing/2014/main" id="{A8001FC4-67D6-B9A8-7BFA-93B4EFB41B52}"/>
                </a:ext>
              </a:extLst>
            </p:cNvPr>
            <p:cNvSpPr txBox="1"/>
            <p:nvPr/>
          </p:nvSpPr>
          <p:spPr>
            <a:xfrm>
              <a:off x="675077" y="3428906"/>
              <a:ext cx="32113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Mutace</a:t>
              </a:r>
            </a:p>
          </p:txBody>
        </p:sp>
        <p:sp>
          <p:nvSpPr>
            <p:cNvPr id="71" name="TextovéPole 70">
              <a:extLst>
                <a:ext uri="{FF2B5EF4-FFF2-40B4-BE49-F238E27FC236}">
                  <a16:creationId xmlns:a16="http://schemas.microsoft.com/office/drawing/2014/main" id="{4CD6859E-5848-6A8B-6011-D5A0FE6307A3}"/>
                </a:ext>
              </a:extLst>
            </p:cNvPr>
            <p:cNvSpPr txBox="1"/>
            <p:nvPr/>
          </p:nvSpPr>
          <p:spPr>
            <a:xfrm>
              <a:off x="453786" y="4092048"/>
              <a:ext cx="3653925" cy="1938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Mutace váhy a </a:t>
              </a: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biasu</a:t>
              </a:r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Přidání nového uzlu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Přidání nového propojení uzlů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Rozdělení jednoho propojení na dvě nová a přidání uzlu</a:t>
              </a:r>
            </a:p>
          </p:txBody>
        </p:sp>
      </p:grpSp>
      <p:grpSp>
        <p:nvGrpSpPr>
          <p:cNvPr id="72" name="Skupina 71">
            <a:extLst>
              <a:ext uri="{FF2B5EF4-FFF2-40B4-BE49-F238E27FC236}">
                <a16:creationId xmlns:a16="http://schemas.microsoft.com/office/drawing/2014/main" id="{E1E97717-40B0-A0F2-1F66-712EB31515CA}"/>
              </a:ext>
            </a:extLst>
          </p:cNvPr>
          <p:cNvGrpSpPr/>
          <p:nvPr/>
        </p:nvGrpSpPr>
        <p:grpSpPr>
          <a:xfrm>
            <a:off x="18000000" y="3632203"/>
            <a:ext cx="3958542" cy="1592334"/>
            <a:chOff x="7417238" y="3250710"/>
            <a:chExt cx="3958542" cy="1592334"/>
          </a:xfrm>
        </p:grpSpPr>
        <p:sp>
          <p:nvSpPr>
            <p:cNvPr id="73" name="Obdélník: se zakulacenými rohy 72">
              <a:extLst>
                <a:ext uri="{FF2B5EF4-FFF2-40B4-BE49-F238E27FC236}">
                  <a16:creationId xmlns:a16="http://schemas.microsoft.com/office/drawing/2014/main" id="{47B764D7-1694-C527-9F08-DE55943DF5CA}"/>
                </a:ext>
              </a:extLst>
            </p:cNvPr>
            <p:cNvSpPr/>
            <p:nvPr/>
          </p:nvSpPr>
          <p:spPr>
            <a:xfrm>
              <a:off x="7417238" y="3250710"/>
              <a:ext cx="3958542" cy="159233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4" name="TextovéPole 73">
              <a:extLst>
                <a:ext uri="{FF2B5EF4-FFF2-40B4-BE49-F238E27FC236}">
                  <a16:creationId xmlns:a16="http://schemas.microsoft.com/office/drawing/2014/main" id="{C02687F1-B499-A3A5-46A6-5A59C3F8578E}"/>
                </a:ext>
              </a:extLst>
            </p:cNvPr>
            <p:cNvSpPr txBox="1"/>
            <p:nvPr/>
          </p:nvSpPr>
          <p:spPr>
            <a:xfrm>
              <a:off x="7527881" y="3312008"/>
              <a:ext cx="37372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Aktivační funkce</a:t>
              </a:r>
            </a:p>
          </p:txBody>
        </p:sp>
        <p:sp>
          <p:nvSpPr>
            <p:cNvPr id="75" name="TextovéPole 74">
              <a:extLst>
                <a:ext uri="{FF2B5EF4-FFF2-40B4-BE49-F238E27FC236}">
                  <a16:creationId xmlns:a16="http://schemas.microsoft.com/office/drawing/2014/main" id="{0AB4AD99-2654-903D-AACC-B2ABB7F70184}"/>
                </a:ext>
              </a:extLst>
            </p:cNvPr>
            <p:cNvSpPr txBox="1"/>
            <p:nvPr/>
          </p:nvSpPr>
          <p:spPr>
            <a:xfrm>
              <a:off x="7569543" y="4032105"/>
              <a:ext cx="36539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Tanh</a:t>
              </a:r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ReLU</a:t>
              </a:r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F6FFFD4C-B196-AFD6-97E7-265CF45670B1}"/>
              </a:ext>
            </a:extLst>
          </p:cNvPr>
          <p:cNvGrpSpPr/>
          <p:nvPr/>
        </p:nvGrpSpPr>
        <p:grpSpPr>
          <a:xfrm>
            <a:off x="456482" y="10800000"/>
            <a:ext cx="3962883" cy="3940359"/>
            <a:chOff x="1399793" y="2129741"/>
            <a:chExt cx="1528331" cy="1932610"/>
          </a:xfrm>
        </p:grpSpPr>
        <p:sp>
          <p:nvSpPr>
            <p:cNvPr id="8" name="Obdélník: se zakulacenými rohy 7">
              <a:extLst>
                <a:ext uri="{FF2B5EF4-FFF2-40B4-BE49-F238E27FC236}">
                  <a16:creationId xmlns:a16="http://schemas.microsoft.com/office/drawing/2014/main" id="{E37239F5-5BA2-4A3F-3BA0-A4CE0EEC39CF}"/>
                </a:ext>
              </a:extLst>
            </p:cNvPr>
            <p:cNvSpPr/>
            <p:nvPr/>
          </p:nvSpPr>
          <p:spPr>
            <a:xfrm>
              <a:off x="1399793" y="2129741"/>
              <a:ext cx="1526657" cy="1881518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" name="TextovéPole 8">
              <a:extLst>
                <a:ext uri="{FF2B5EF4-FFF2-40B4-BE49-F238E27FC236}">
                  <a16:creationId xmlns:a16="http://schemas.microsoft.com/office/drawing/2014/main" id="{8F186794-021E-A426-E5B2-4334A76C5021}"/>
                </a:ext>
              </a:extLst>
            </p:cNvPr>
            <p:cNvSpPr txBox="1"/>
            <p:nvPr/>
          </p:nvSpPr>
          <p:spPr>
            <a:xfrm>
              <a:off x="1546786" y="2308025"/>
              <a:ext cx="123849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Neuronová síť</a:t>
              </a:r>
            </a:p>
          </p:txBody>
        </p:sp>
        <p:sp>
          <p:nvSpPr>
            <p:cNvPr id="10" name="TextovéPole 9">
              <a:extLst>
                <a:ext uri="{FF2B5EF4-FFF2-40B4-BE49-F238E27FC236}">
                  <a16:creationId xmlns:a16="http://schemas.microsoft.com/office/drawing/2014/main" id="{10D90ED0-9218-A846-EAA3-32DD800363F2}"/>
                </a:ext>
              </a:extLst>
            </p:cNvPr>
            <p:cNvSpPr txBox="1"/>
            <p:nvPr/>
          </p:nvSpPr>
          <p:spPr>
            <a:xfrm>
              <a:off x="1518946" y="2583762"/>
              <a:ext cx="1409178" cy="1373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Vstup (7):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Vzdálenost k nejbližšímu jídlu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Současná energie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Vzdálenost od okrajů</a:t>
              </a:r>
            </a:p>
            <a:p>
              <a:r>
                <a:rPr lang="cs-CZ" sz="28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Výstup (13):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1 pro každou akci.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Nejvyšší výstup určí akci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9669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6C855-8D1A-020A-1F8D-CE043262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493453-4193-6889-27F2-E12D8BDA49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81C3F53-43F8-AC89-D47A-8B139DC39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5F45036-8209-76A3-42AE-4107A9EAD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TextovéPole 18">
            <a:extLst>
              <a:ext uri="{FF2B5EF4-FFF2-40B4-BE49-F238E27FC236}">
                <a16:creationId xmlns:a16="http://schemas.microsoft.com/office/drawing/2014/main" id="{BB518070-0593-214F-260F-AE0303391F15}"/>
              </a:ext>
            </a:extLst>
          </p:cNvPr>
          <p:cNvSpPr txBox="1"/>
          <p:nvPr/>
        </p:nvSpPr>
        <p:spPr>
          <a:xfrm>
            <a:off x="3375185" y="1244231"/>
            <a:ext cx="5655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cs-CZ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grpSp>
        <p:nvGrpSpPr>
          <p:cNvPr id="24" name="Skupina 23">
            <a:extLst>
              <a:ext uri="{FF2B5EF4-FFF2-40B4-BE49-F238E27FC236}">
                <a16:creationId xmlns:a16="http://schemas.microsoft.com/office/drawing/2014/main" id="{E06C03FE-54AB-D967-30A0-889905D417C9}"/>
              </a:ext>
            </a:extLst>
          </p:cNvPr>
          <p:cNvGrpSpPr/>
          <p:nvPr/>
        </p:nvGrpSpPr>
        <p:grpSpPr>
          <a:xfrm rot="18866347">
            <a:off x="7162406" y="9207936"/>
            <a:ext cx="4726557" cy="1479838"/>
            <a:chOff x="6084075" y="522001"/>
            <a:chExt cx="4726557" cy="1479838"/>
          </a:xfrm>
        </p:grpSpPr>
        <p:grpSp>
          <p:nvGrpSpPr>
            <p:cNvPr id="18" name="Skupina 17">
              <a:extLst>
                <a:ext uri="{FF2B5EF4-FFF2-40B4-BE49-F238E27FC236}">
                  <a16:creationId xmlns:a16="http://schemas.microsoft.com/office/drawing/2014/main" id="{8CBC4FE0-10EF-1937-09C9-499509DB7FAD}"/>
                </a:ext>
              </a:extLst>
            </p:cNvPr>
            <p:cNvGrpSpPr/>
            <p:nvPr/>
          </p:nvGrpSpPr>
          <p:grpSpPr>
            <a:xfrm>
              <a:off x="6084075" y="522001"/>
              <a:ext cx="4583925" cy="1479838"/>
              <a:chOff x="5945449" y="522000"/>
              <a:chExt cx="3701038" cy="1765065"/>
            </a:xfrm>
          </p:grpSpPr>
          <p:sp>
            <p:nvSpPr>
              <p:cNvPr id="14" name="Obdélník: se zakulacenými rohy 10">
                <a:extLst>
                  <a:ext uri="{FF2B5EF4-FFF2-40B4-BE49-F238E27FC236}">
                    <a16:creationId xmlns:a16="http://schemas.microsoft.com/office/drawing/2014/main" id="{2A3C5CD2-8BDB-589D-FDA5-EFA29071D387}"/>
                  </a:ext>
                </a:extLst>
              </p:cNvPr>
              <p:cNvSpPr/>
              <p:nvPr/>
            </p:nvSpPr>
            <p:spPr>
              <a:xfrm rot="10800000">
                <a:off x="5954400" y="522000"/>
                <a:ext cx="3692087" cy="1765065"/>
              </a:xfrm>
              <a:custGeom>
                <a:avLst/>
                <a:gdLst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294183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748011 w 3981691"/>
                  <a:gd name="csY4" fmla="*/ 65300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779599"/>
                  <a:gd name="csY0" fmla="*/ 294183 h 1765065"/>
                  <a:gd name="csX1" fmla="*/ 294183 w 3779599"/>
                  <a:gd name="csY1" fmla="*/ 0 h 1765065"/>
                  <a:gd name="csX2" fmla="*/ 3687508 w 3779599"/>
                  <a:gd name="csY2" fmla="*/ 0 h 1765065"/>
                  <a:gd name="csX3" fmla="*/ 3712451 w 3779599"/>
                  <a:gd name="csY3" fmla="*/ 474745 h 1765065"/>
                  <a:gd name="csX4" fmla="*/ 3748011 w 3779599"/>
                  <a:gd name="csY4" fmla="*/ 653002 h 1765065"/>
                  <a:gd name="csX5" fmla="*/ 3687508 w 3779599"/>
                  <a:gd name="csY5" fmla="*/ 1765065 h 1765065"/>
                  <a:gd name="csX6" fmla="*/ 294183 w 3779599"/>
                  <a:gd name="csY6" fmla="*/ 1765065 h 1765065"/>
                  <a:gd name="csX7" fmla="*/ 0 w 3779599"/>
                  <a:gd name="csY7" fmla="*/ 1470882 h 1765065"/>
                  <a:gd name="csX8" fmla="*/ 0 w 3779599"/>
                  <a:gd name="csY8" fmla="*/ 294183 h 1765065"/>
                  <a:gd name="csX0" fmla="*/ 0 w 3781757"/>
                  <a:gd name="csY0" fmla="*/ 294183 h 1765065"/>
                  <a:gd name="csX1" fmla="*/ 294183 w 3781757"/>
                  <a:gd name="csY1" fmla="*/ 0 h 1765065"/>
                  <a:gd name="csX2" fmla="*/ 3687508 w 3781757"/>
                  <a:gd name="csY2" fmla="*/ 0 h 1765065"/>
                  <a:gd name="csX3" fmla="*/ 3753091 w 3781757"/>
                  <a:gd name="csY3" fmla="*/ 449345 h 1765065"/>
                  <a:gd name="csX4" fmla="*/ 3748011 w 3781757"/>
                  <a:gd name="csY4" fmla="*/ 653002 h 1765065"/>
                  <a:gd name="csX5" fmla="*/ 3687508 w 3781757"/>
                  <a:gd name="csY5" fmla="*/ 1765065 h 1765065"/>
                  <a:gd name="csX6" fmla="*/ 294183 w 3781757"/>
                  <a:gd name="csY6" fmla="*/ 1765065 h 1765065"/>
                  <a:gd name="csX7" fmla="*/ 0 w 3781757"/>
                  <a:gd name="csY7" fmla="*/ 1470882 h 1765065"/>
                  <a:gd name="csX8" fmla="*/ 0 w 3781757"/>
                  <a:gd name="csY8" fmla="*/ 294183 h 1765065"/>
                  <a:gd name="csX0" fmla="*/ 0 w 3960033"/>
                  <a:gd name="csY0" fmla="*/ 294183 h 1765065"/>
                  <a:gd name="csX1" fmla="*/ 294183 w 3960033"/>
                  <a:gd name="csY1" fmla="*/ 0 h 1765065"/>
                  <a:gd name="csX2" fmla="*/ 3687508 w 3960033"/>
                  <a:gd name="csY2" fmla="*/ 0 h 1765065"/>
                  <a:gd name="csX3" fmla="*/ 3748011 w 3960033"/>
                  <a:gd name="csY3" fmla="*/ 653002 h 1765065"/>
                  <a:gd name="csX4" fmla="*/ 3687508 w 3960033"/>
                  <a:gd name="csY4" fmla="*/ 1765065 h 1765065"/>
                  <a:gd name="csX5" fmla="*/ 294183 w 3960033"/>
                  <a:gd name="csY5" fmla="*/ 1765065 h 1765065"/>
                  <a:gd name="csX6" fmla="*/ 0 w 3960033"/>
                  <a:gd name="csY6" fmla="*/ 1470882 h 1765065"/>
                  <a:gd name="csX7" fmla="*/ 0 w 3960033"/>
                  <a:gd name="csY7" fmla="*/ 294183 h 1765065"/>
                  <a:gd name="csX0" fmla="*/ 0 w 4111673"/>
                  <a:gd name="csY0" fmla="*/ 294183 h 1765065"/>
                  <a:gd name="csX1" fmla="*/ 294183 w 4111673"/>
                  <a:gd name="csY1" fmla="*/ 0 h 1765065"/>
                  <a:gd name="csX2" fmla="*/ 3687508 w 4111673"/>
                  <a:gd name="csY2" fmla="*/ 0 h 1765065"/>
                  <a:gd name="csX3" fmla="*/ 3687508 w 4111673"/>
                  <a:gd name="csY3" fmla="*/ 1765065 h 1765065"/>
                  <a:gd name="csX4" fmla="*/ 294183 w 4111673"/>
                  <a:gd name="csY4" fmla="*/ 1765065 h 1765065"/>
                  <a:gd name="csX5" fmla="*/ 0 w 4111673"/>
                  <a:gd name="csY5" fmla="*/ 1470882 h 1765065"/>
                  <a:gd name="csX6" fmla="*/ 0 w 4111673"/>
                  <a:gd name="csY6" fmla="*/ 294183 h 1765065"/>
                  <a:gd name="csX0" fmla="*/ 0 w 3941515"/>
                  <a:gd name="csY0" fmla="*/ 294183 h 1765065"/>
                  <a:gd name="csX1" fmla="*/ 294183 w 3941515"/>
                  <a:gd name="csY1" fmla="*/ 0 h 1765065"/>
                  <a:gd name="csX2" fmla="*/ 3687508 w 3941515"/>
                  <a:gd name="csY2" fmla="*/ 0 h 1765065"/>
                  <a:gd name="csX3" fmla="*/ 3687508 w 3941515"/>
                  <a:gd name="csY3" fmla="*/ 1765065 h 1765065"/>
                  <a:gd name="csX4" fmla="*/ 294183 w 3941515"/>
                  <a:gd name="csY4" fmla="*/ 1765065 h 1765065"/>
                  <a:gd name="csX5" fmla="*/ 0 w 3941515"/>
                  <a:gd name="csY5" fmla="*/ 1470882 h 1765065"/>
                  <a:gd name="csX6" fmla="*/ 0 w 3941515"/>
                  <a:gd name="csY6" fmla="*/ 294183 h 1765065"/>
                  <a:gd name="csX0" fmla="*/ 0 w 3692087"/>
                  <a:gd name="csY0" fmla="*/ 294183 h 1765065"/>
                  <a:gd name="csX1" fmla="*/ 294183 w 3692087"/>
                  <a:gd name="csY1" fmla="*/ 0 h 1765065"/>
                  <a:gd name="csX2" fmla="*/ 3687508 w 3692087"/>
                  <a:gd name="csY2" fmla="*/ 0 h 1765065"/>
                  <a:gd name="csX3" fmla="*/ 3687508 w 3692087"/>
                  <a:gd name="csY3" fmla="*/ 1765065 h 1765065"/>
                  <a:gd name="csX4" fmla="*/ 294183 w 3692087"/>
                  <a:gd name="csY4" fmla="*/ 1765065 h 1765065"/>
                  <a:gd name="csX5" fmla="*/ 0 w 3692087"/>
                  <a:gd name="csY5" fmla="*/ 1470882 h 1765065"/>
                  <a:gd name="csX6" fmla="*/ 0 w 3692087"/>
                  <a:gd name="csY6" fmla="*/ 294183 h 17650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692087" h="1765065">
                    <a:moveTo>
                      <a:pt x="0" y="294183"/>
                    </a:moveTo>
                    <a:cubicBezTo>
                      <a:pt x="0" y="131710"/>
                      <a:pt x="131710" y="0"/>
                      <a:pt x="294183" y="0"/>
                    </a:cubicBezTo>
                    <a:lnTo>
                      <a:pt x="3687508" y="0"/>
                    </a:lnTo>
                    <a:cubicBezTo>
                      <a:pt x="3699342" y="411017"/>
                      <a:pt x="3684102" y="1333728"/>
                      <a:pt x="3687508" y="1765065"/>
                    </a:cubicBezTo>
                    <a:lnTo>
                      <a:pt x="294183" y="1765065"/>
                    </a:lnTo>
                    <a:cubicBezTo>
                      <a:pt x="131710" y="1765065"/>
                      <a:pt x="0" y="1633355"/>
                      <a:pt x="0" y="1470882"/>
                    </a:cubicBezTo>
                    <a:lnTo>
                      <a:pt x="0" y="294183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16" name="Obdélník 14">
                <a:extLst>
                  <a:ext uri="{FF2B5EF4-FFF2-40B4-BE49-F238E27FC236}">
                    <a16:creationId xmlns:a16="http://schemas.microsoft.com/office/drawing/2014/main" id="{87153B76-09E3-FB4F-2E4C-55A367A7344E}"/>
                  </a:ext>
                </a:extLst>
              </p:cNvPr>
              <p:cNvSpPr/>
              <p:nvPr/>
            </p:nvSpPr>
            <p:spPr>
              <a:xfrm>
                <a:off x="5945449" y="526490"/>
                <a:ext cx="528143" cy="1749985"/>
              </a:xfrm>
              <a:custGeom>
                <a:avLst/>
                <a:gdLst>
                  <a:gd name="csX0" fmla="*/ 0 w 528143"/>
                  <a:gd name="csY0" fmla="*/ 0 h 1713790"/>
                  <a:gd name="csX1" fmla="*/ 528143 w 528143"/>
                  <a:gd name="csY1" fmla="*/ 0 h 1713790"/>
                  <a:gd name="csX2" fmla="*/ 528143 w 528143"/>
                  <a:gd name="csY2" fmla="*/ 1713790 h 1713790"/>
                  <a:gd name="csX3" fmla="*/ 0 w 528143"/>
                  <a:gd name="csY3" fmla="*/ 1713790 h 1713790"/>
                  <a:gd name="csX4" fmla="*/ 0 w 528143"/>
                  <a:gd name="csY4" fmla="*/ 0 h 1713790"/>
                  <a:gd name="csX0" fmla="*/ 0 w 528143"/>
                  <a:gd name="csY0" fmla="*/ 0 h 1725220"/>
                  <a:gd name="csX1" fmla="*/ 528143 w 528143"/>
                  <a:gd name="csY1" fmla="*/ 11430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0 h 1725220"/>
                  <a:gd name="csX1" fmla="*/ 528143 w 528143"/>
                  <a:gd name="csY1" fmla="*/ 1905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3810 h 1729030"/>
                  <a:gd name="csX1" fmla="*/ 528143 w 528143"/>
                  <a:gd name="csY1" fmla="*/ 0 h 1729030"/>
                  <a:gd name="csX2" fmla="*/ 528143 w 528143"/>
                  <a:gd name="csY2" fmla="*/ 1729030 h 1729030"/>
                  <a:gd name="csX3" fmla="*/ 0 w 528143"/>
                  <a:gd name="csY3" fmla="*/ 1729030 h 1729030"/>
                  <a:gd name="csX4" fmla="*/ 0 w 528143"/>
                  <a:gd name="csY4" fmla="*/ 3810 h 172903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2903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4808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9985"/>
                  <a:gd name="csX1" fmla="*/ 528143 w 528143"/>
                  <a:gd name="csY1" fmla="*/ 0 h 1749985"/>
                  <a:gd name="csX2" fmla="*/ 528143 w 528143"/>
                  <a:gd name="csY2" fmla="*/ 1749985 h 1749985"/>
                  <a:gd name="csX3" fmla="*/ 0 w 528143"/>
                  <a:gd name="csY3" fmla="*/ 1748080 h 1749985"/>
                  <a:gd name="csX4" fmla="*/ 0 w 528143"/>
                  <a:gd name="csY4" fmla="*/ 3810 h 17499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8143" h="1749985">
                    <a:moveTo>
                      <a:pt x="0" y="3810"/>
                    </a:moveTo>
                    <a:lnTo>
                      <a:pt x="528143" y="0"/>
                    </a:lnTo>
                    <a:lnTo>
                      <a:pt x="528143" y="1749985"/>
                    </a:lnTo>
                    <a:lnTo>
                      <a:pt x="0" y="1748080"/>
                    </a:lnTo>
                    <a:lnTo>
                      <a:pt x="0" y="381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  <p:sp>
          <p:nvSpPr>
            <p:cNvPr id="20" name="TextovéPole 19">
              <a:extLst>
                <a:ext uri="{FF2B5EF4-FFF2-40B4-BE49-F238E27FC236}">
                  <a16:creationId xmlns:a16="http://schemas.microsoft.com/office/drawing/2014/main" id="{5E8414AC-97A9-ABB0-4FFC-52ED786ED84D}"/>
                </a:ext>
              </a:extLst>
            </p:cNvPr>
            <p:cNvSpPr txBox="1"/>
            <p:nvPr/>
          </p:nvSpPr>
          <p:spPr>
            <a:xfrm>
              <a:off x="6084075" y="659295"/>
              <a:ext cx="47265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algoritmus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23" name="Skupina 22">
            <a:extLst>
              <a:ext uri="{FF2B5EF4-FFF2-40B4-BE49-F238E27FC236}">
                <a16:creationId xmlns:a16="http://schemas.microsoft.com/office/drawing/2014/main" id="{DABB0682-DF47-1CD0-E34B-6D98FAC31DCE}"/>
              </a:ext>
            </a:extLst>
          </p:cNvPr>
          <p:cNvGrpSpPr/>
          <p:nvPr/>
        </p:nvGrpSpPr>
        <p:grpSpPr>
          <a:xfrm rot="19691401">
            <a:off x="-176386" y="9250187"/>
            <a:ext cx="3933740" cy="1474971"/>
            <a:chOff x="2253363" y="520422"/>
            <a:chExt cx="3933740" cy="1474971"/>
          </a:xfrm>
        </p:grpSpPr>
        <p:grpSp>
          <p:nvGrpSpPr>
            <p:cNvPr id="17" name="Skupina 16">
              <a:extLst>
                <a:ext uri="{FF2B5EF4-FFF2-40B4-BE49-F238E27FC236}">
                  <a16:creationId xmlns:a16="http://schemas.microsoft.com/office/drawing/2014/main" id="{CEF346D8-A4EB-BAA9-EFDA-9D73D8D57861}"/>
                </a:ext>
              </a:extLst>
            </p:cNvPr>
            <p:cNvGrpSpPr/>
            <p:nvPr/>
          </p:nvGrpSpPr>
          <p:grpSpPr>
            <a:xfrm>
              <a:off x="2253363" y="520422"/>
              <a:ext cx="3842638" cy="1474971"/>
              <a:chOff x="2253362" y="520422"/>
              <a:chExt cx="3703581" cy="1765065"/>
            </a:xfrm>
          </p:grpSpPr>
          <p:sp>
            <p:nvSpPr>
              <p:cNvPr id="11" name="Obdélník: se zakulacenými rohy 10">
                <a:extLst>
                  <a:ext uri="{FF2B5EF4-FFF2-40B4-BE49-F238E27FC236}">
                    <a16:creationId xmlns:a16="http://schemas.microsoft.com/office/drawing/2014/main" id="{7ECFF20B-C869-DD53-AFE8-36DB7A821095}"/>
                  </a:ext>
                </a:extLst>
              </p:cNvPr>
              <p:cNvSpPr/>
              <p:nvPr/>
            </p:nvSpPr>
            <p:spPr>
              <a:xfrm>
                <a:off x="2253362" y="520422"/>
                <a:ext cx="3692087" cy="1765065"/>
              </a:xfrm>
              <a:custGeom>
                <a:avLst/>
                <a:gdLst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294183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981691 w 3981691"/>
                  <a:gd name="csY4" fmla="*/ 147088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981691"/>
                  <a:gd name="csY0" fmla="*/ 294183 h 1765065"/>
                  <a:gd name="csX1" fmla="*/ 294183 w 3981691"/>
                  <a:gd name="csY1" fmla="*/ 0 h 1765065"/>
                  <a:gd name="csX2" fmla="*/ 3687508 w 3981691"/>
                  <a:gd name="csY2" fmla="*/ 0 h 1765065"/>
                  <a:gd name="csX3" fmla="*/ 3981691 w 3981691"/>
                  <a:gd name="csY3" fmla="*/ 1765065 h 1765065"/>
                  <a:gd name="csX4" fmla="*/ 3748011 w 3981691"/>
                  <a:gd name="csY4" fmla="*/ 653002 h 1765065"/>
                  <a:gd name="csX5" fmla="*/ 3687508 w 3981691"/>
                  <a:gd name="csY5" fmla="*/ 1765065 h 1765065"/>
                  <a:gd name="csX6" fmla="*/ 294183 w 3981691"/>
                  <a:gd name="csY6" fmla="*/ 1765065 h 1765065"/>
                  <a:gd name="csX7" fmla="*/ 0 w 3981691"/>
                  <a:gd name="csY7" fmla="*/ 1470882 h 1765065"/>
                  <a:gd name="csX8" fmla="*/ 0 w 3981691"/>
                  <a:gd name="csY8" fmla="*/ 294183 h 1765065"/>
                  <a:gd name="csX0" fmla="*/ 0 w 3779599"/>
                  <a:gd name="csY0" fmla="*/ 294183 h 1765065"/>
                  <a:gd name="csX1" fmla="*/ 294183 w 3779599"/>
                  <a:gd name="csY1" fmla="*/ 0 h 1765065"/>
                  <a:gd name="csX2" fmla="*/ 3687508 w 3779599"/>
                  <a:gd name="csY2" fmla="*/ 0 h 1765065"/>
                  <a:gd name="csX3" fmla="*/ 3712451 w 3779599"/>
                  <a:gd name="csY3" fmla="*/ 474745 h 1765065"/>
                  <a:gd name="csX4" fmla="*/ 3748011 w 3779599"/>
                  <a:gd name="csY4" fmla="*/ 653002 h 1765065"/>
                  <a:gd name="csX5" fmla="*/ 3687508 w 3779599"/>
                  <a:gd name="csY5" fmla="*/ 1765065 h 1765065"/>
                  <a:gd name="csX6" fmla="*/ 294183 w 3779599"/>
                  <a:gd name="csY6" fmla="*/ 1765065 h 1765065"/>
                  <a:gd name="csX7" fmla="*/ 0 w 3779599"/>
                  <a:gd name="csY7" fmla="*/ 1470882 h 1765065"/>
                  <a:gd name="csX8" fmla="*/ 0 w 3779599"/>
                  <a:gd name="csY8" fmla="*/ 294183 h 1765065"/>
                  <a:gd name="csX0" fmla="*/ 0 w 3781757"/>
                  <a:gd name="csY0" fmla="*/ 294183 h 1765065"/>
                  <a:gd name="csX1" fmla="*/ 294183 w 3781757"/>
                  <a:gd name="csY1" fmla="*/ 0 h 1765065"/>
                  <a:gd name="csX2" fmla="*/ 3687508 w 3781757"/>
                  <a:gd name="csY2" fmla="*/ 0 h 1765065"/>
                  <a:gd name="csX3" fmla="*/ 3753091 w 3781757"/>
                  <a:gd name="csY3" fmla="*/ 449345 h 1765065"/>
                  <a:gd name="csX4" fmla="*/ 3748011 w 3781757"/>
                  <a:gd name="csY4" fmla="*/ 653002 h 1765065"/>
                  <a:gd name="csX5" fmla="*/ 3687508 w 3781757"/>
                  <a:gd name="csY5" fmla="*/ 1765065 h 1765065"/>
                  <a:gd name="csX6" fmla="*/ 294183 w 3781757"/>
                  <a:gd name="csY6" fmla="*/ 1765065 h 1765065"/>
                  <a:gd name="csX7" fmla="*/ 0 w 3781757"/>
                  <a:gd name="csY7" fmla="*/ 1470882 h 1765065"/>
                  <a:gd name="csX8" fmla="*/ 0 w 3781757"/>
                  <a:gd name="csY8" fmla="*/ 294183 h 1765065"/>
                  <a:gd name="csX0" fmla="*/ 0 w 3960033"/>
                  <a:gd name="csY0" fmla="*/ 294183 h 1765065"/>
                  <a:gd name="csX1" fmla="*/ 294183 w 3960033"/>
                  <a:gd name="csY1" fmla="*/ 0 h 1765065"/>
                  <a:gd name="csX2" fmla="*/ 3687508 w 3960033"/>
                  <a:gd name="csY2" fmla="*/ 0 h 1765065"/>
                  <a:gd name="csX3" fmla="*/ 3748011 w 3960033"/>
                  <a:gd name="csY3" fmla="*/ 653002 h 1765065"/>
                  <a:gd name="csX4" fmla="*/ 3687508 w 3960033"/>
                  <a:gd name="csY4" fmla="*/ 1765065 h 1765065"/>
                  <a:gd name="csX5" fmla="*/ 294183 w 3960033"/>
                  <a:gd name="csY5" fmla="*/ 1765065 h 1765065"/>
                  <a:gd name="csX6" fmla="*/ 0 w 3960033"/>
                  <a:gd name="csY6" fmla="*/ 1470882 h 1765065"/>
                  <a:gd name="csX7" fmla="*/ 0 w 3960033"/>
                  <a:gd name="csY7" fmla="*/ 294183 h 1765065"/>
                  <a:gd name="csX0" fmla="*/ 0 w 4111673"/>
                  <a:gd name="csY0" fmla="*/ 294183 h 1765065"/>
                  <a:gd name="csX1" fmla="*/ 294183 w 4111673"/>
                  <a:gd name="csY1" fmla="*/ 0 h 1765065"/>
                  <a:gd name="csX2" fmla="*/ 3687508 w 4111673"/>
                  <a:gd name="csY2" fmla="*/ 0 h 1765065"/>
                  <a:gd name="csX3" fmla="*/ 3687508 w 4111673"/>
                  <a:gd name="csY3" fmla="*/ 1765065 h 1765065"/>
                  <a:gd name="csX4" fmla="*/ 294183 w 4111673"/>
                  <a:gd name="csY4" fmla="*/ 1765065 h 1765065"/>
                  <a:gd name="csX5" fmla="*/ 0 w 4111673"/>
                  <a:gd name="csY5" fmla="*/ 1470882 h 1765065"/>
                  <a:gd name="csX6" fmla="*/ 0 w 4111673"/>
                  <a:gd name="csY6" fmla="*/ 294183 h 1765065"/>
                  <a:gd name="csX0" fmla="*/ 0 w 3941515"/>
                  <a:gd name="csY0" fmla="*/ 294183 h 1765065"/>
                  <a:gd name="csX1" fmla="*/ 294183 w 3941515"/>
                  <a:gd name="csY1" fmla="*/ 0 h 1765065"/>
                  <a:gd name="csX2" fmla="*/ 3687508 w 3941515"/>
                  <a:gd name="csY2" fmla="*/ 0 h 1765065"/>
                  <a:gd name="csX3" fmla="*/ 3687508 w 3941515"/>
                  <a:gd name="csY3" fmla="*/ 1765065 h 1765065"/>
                  <a:gd name="csX4" fmla="*/ 294183 w 3941515"/>
                  <a:gd name="csY4" fmla="*/ 1765065 h 1765065"/>
                  <a:gd name="csX5" fmla="*/ 0 w 3941515"/>
                  <a:gd name="csY5" fmla="*/ 1470882 h 1765065"/>
                  <a:gd name="csX6" fmla="*/ 0 w 3941515"/>
                  <a:gd name="csY6" fmla="*/ 294183 h 1765065"/>
                  <a:gd name="csX0" fmla="*/ 0 w 3692087"/>
                  <a:gd name="csY0" fmla="*/ 294183 h 1765065"/>
                  <a:gd name="csX1" fmla="*/ 294183 w 3692087"/>
                  <a:gd name="csY1" fmla="*/ 0 h 1765065"/>
                  <a:gd name="csX2" fmla="*/ 3687508 w 3692087"/>
                  <a:gd name="csY2" fmla="*/ 0 h 1765065"/>
                  <a:gd name="csX3" fmla="*/ 3687508 w 3692087"/>
                  <a:gd name="csY3" fmla="*/ 1765065 h 1765065"/>
                  <a:gd name="csX4" fmla="*/ 294183 w 3692087"/>
                  <a:gd name="csY4" fmla="*/ 1765065 h 1765065"/>
                  <a:gd name="csX5" fmla="*/ 0 w 3692087"/>
                  <a:gd name="csY5" fmla="*/ 1470882 h 1765065"/>
                  <a:gd name="csX6" fmla="*/ 0 w 3692087"/>
                  <a:gd name="csY6" fmla="*/ 294183 h 17650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692087" h="1765065">
                    <a:moveTo>
                      <a:pt x="0" y="294183"/>
                    </a:moveTo>
                    <a:cubicBezTo>
                      <a:pt x="0" y="131710"/>
                      <a:pt x="131710" y="0"/>
                      <a:pt x="294183" y="0"/>
                    </a:cubicBezTo>
                    <a:lnTo>
                      <a:pt x="3687508" y="0"/>
                    </a:lnTo>
                    <a:cubicBezTo>
                      <a:pt x="3699342" y="411017"/>
                      <a:pt x="3684102" y="1333728"/>
                      <a:pt x="3687508" y="1765065"/>
                    </a:cubicBezTo>
                    <a:lnTo>
                      <a:pt x="294183" y="1765065"/>
                    </a:lnTo>
                    <a:cubicBezTo>
                      <a:pt x="131710" y="1765065"/>
                      <a:pt x="0" y="1633355"/>
                      <a:pt x="0" y="1470882"/>
                    </a:cubicBezTo>
                    <a:lnTo>
                      <a:pt x="0" y="294183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15" name="Obdélník 14">
                <a:extLst>
                  <a:ext uri="{FF2B5EF4-FFF2-40B4-BE49-F238E27FC236}">
                    <a16:creationId xmlns:a16="http://schemas.microsoft.com/office/drawing/2014/main" id="{7A1B32C6-7BFF-244C-15A9-B23ECBE7646B}"/>
                  </a:ext>
                </a:extLst>
              </p:cNvPr>
              <p:cNvSpPr/>
              <p:nvPr/>
            </p:nvSpPr>
            <p:spPr>
              <a:xfrm>
                <a:off x="5428800" y="526490"/>
                <a:ext cx="528143" cy="1749985"/>
              </a:xfrm>
              <a:custGeom>
                <a:avLst/>
                <a:gdLst>
                  <a:gd name="csX0" fmla="*/ 0 w 528143"/>
                  <a:gd name="csY0" fmla="*/ 0 h 1713790"/>
                  <a:gd name="csX1" fmla="*/ 528143 w 528143"/>
                  <a:gd name="csY1" fmla="*/ 0 h 1713790"/>
                  <a:gd name="csX2" fmla="*/ 528143 w 528143"/>
                  <a:gd name="csY2" fmla="*/ 1713790 h 1713790"/>
                  <a:gd name="csX3" fmla="*/ 0 w 528143"/>
                  <a:gd name="csY3" fmla="*/ 1713790 h 1713790"/>
                  <a:gd name="csX4" fmla="*/ 0 w 528143"/>
                  <a:gd name="csY4" fmla="*/ 0 h 1713790"/>
                  <a:gd name="csX0" fmla="*/ 0 w 528143"/>
                  <a:gd name="csY0" fmla="*/ 0 h 1725220"/>
                  <a:gd name="csX1" fmla="*/ 528143 w 528143"/>
                  <a:gd name="csY1" fmla="*/ 11430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0 h 1725220"/>
                  <a:gd name="csX1" fmla="*/ 528143 w 528143"/>
                  <a:gd name="csY1" fmla="*/ 1905 h 1725220"/>
                  <a:gd name="csX2" fmla="*/ 528143 w 528143"/>
                  <a:gd name="csY2" fmla="*/ 1725220 h 1725220"/>
                  <a:gd name="csX3" fmla="*/ 0 w 528143"/>
                  <a:gd name="csY3" fmla="*/ 1725220 h 1725220"/>
                  <a:gd name="csX4" fmla="*/ 0 w 528143"/>
                  <a:gd name="csY4" fmla="*/ 0 h 1725220"/>
                  <a:gd name="csX0" fmla="*/ 0 w 528143"/>
                  <a:gd name="csY0" fmla="*/ 3810 h 1729030"/>
                  <a:gd name="csX1" fmla="*/ 528143 w 528143"/>
                  <a:gd name="csY1" fmla="*/ 0 h 1729030"/>
                  <a:gd name="csX2" fmla="*/ 528143 w 528143"/>
                  <a:gd name="csY2" fmla="*/ 1729030 h 1729030"/>
                  <a:gd name="csX3" fmla="*/ 0 w 528143"/>
                  <a:gd name="csY3" fmla="*/ 1729030 h 1729030"/>
                  <a:gd name="csX4" fmla="*/ 0 w 528143"/>
                  <a:gd name="csY4" fmla="*/ 3810 h 172903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2903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8080"/>
                  <a:gd name="csX1" fmla="*/ 528143 w 528143"/>
                  <a:gd name="csY1" fmla="*/ 0 h 1748080"/>
                  <a:gd name="csX2" fmla="*/ 528143 w 528143"/>
                  <a:gd name="csY2" fmla="*/ 1748080 h 1748080"/>
                  <a:gd name="csX3" fmla="*/ 0 w 528143"/>
                  <a:gd name="csY3" fmla="*/ 1748080 h 1748080"/>
                  <a:gd name="csX4" fmla="*/ 0 w 528143"/>
                  <a:gd name="csY4" fmla="*/ 3810 h 1748080"/>
                  <a:gd name="csX0" fmla="*/ 0 w 528143"/>
                  <a:gd name="csY0" fmla="*/ 3810 h 1749985"/>
                  <a:gd name="csX1" fmla="*/ 528143 w 528143"/>
                  <a:gd name="csY1" fmla="*/ 0 h 1749985"/>
                  <a:gd name="csX2" fmla="*/ 528143 w 528143"/>
                  <a:gd name="csY2" fmla="*/ 1749985 h 1749985"/>
                  <a:gd name="csX3" fmla="*/ 0 w 528143"/>
                  <a:gd name="csY3" fmla="*/ 1748080 h 1749985"/>
                  <a:gd name="csX4" fmla="*/ 0 w 528143"/>
                  <a:gd name="csY4" fmla="*/ 3810 h 17499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8143" h="1749985">
                    <a:moveTo>
                      <a:pt x="0" y="3810"/>
                    </a:moveTo>
                    <a:lnTo>
                      <a:pt x="528143" y="0"/>
                    </a:lnTo>
                    <a:lnTo>
                      <a:pt x="528143" y="1749985"/>
                    </a:lnTo>
                    <a:lnTo>
                      <a:pt x="0" y="1748080"/>
                    </a:lnTo>
                    <a:lnTo>
                      <a:pt x="0" y="3810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  <p:sp>
          <p:nvSpPr>
            <p:cNvPr id="22" name="TextovéPole 21">
              <a:extLst>
                <a:ext uri="{FF2B5EF4-FFF2-40B4-BE49-F238E27FC236}">
                  <a16:creationId xmlns:a16="http://schemas.microsoft.com/office/drawing/2014/main" id="{7610C7C0-1F84-6264-D2CC-C7025F4E6189}"/>
                </a:ext>
              </a:extLst>
            </p:cNvPr>
            <p:cNvSpPr txBox="1"/>
            <p:nvPr/>
          </p:nvSpPr>
          <p:spPr>
            <a:xfrm>
              <a:off x="2343570" y="644066"/>
              <a:ext cx="384353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Evoluční</a:t>
              </a:r>
              <a:endParaRPr lang="cs-CZ" sz="7200" dirty="0"/>
            </a:p>
          </p:txBody>
        </p:sp>
      </p:grpSp>
      <p:grpSp>
        <p:nvGrpSpPr>
          <p:cNvPr id="36" name="Skupina 35">
            <a:extLst>
              <a:ext uri="{FF2B5EF4-FFF2-40B4-BE49-F238E27FC236}">
                <a16:creationId xmlns:a16="http://schemas.microsoft.com/office/drawing/2014/main" id="{8F18FF1A-1298-3C5F-FCF3-550CD2B9D785}"/>
              </a:ext>
            </a:extLst>
          </p:cNvPr>
          <p:cNvGrpSpPr/>
          <p:nvPr/>
        </p:nvGrpSpPr>
        <p:grpSpPr>
          <a:xfrm>
            <a:off x="82711" y="11587873"/>
            <a:ext cx="5111375" cy="3357465"/>
            <a:chOff x="456481" y="2674724"/>
            <a:chExt cx="5111375" cy="3357465"/>
          </a:xfrm>
        </p:grpSpPr>
        <p:sp>
          <p:nvSpPr>
            <p:cNvPr id="28" name="Obdélník: se zakulacenými rohy 27">
              <a:extLst>
                <a:ext uri="{FF2B5EF4-FFF2-40B4-BE49-F238E27FC236}">
                  <a16:creationId xmlns:a16="http://schemas.microsoft.com/office/drawing/2014/main" id="{C2EEEE26-7B16-598A-8CA1-5DEB6F7F537B}"/>
                </a:ext>
              </a:extLst>
            </p:cNvPr>
            <p:cNvSpPr/>
            <p:nvPr/>
          </p:nvSpPr>
          <p:spPr>
            <a:xfrm>
              <a:off x="456481" y="2674724"/>
              <a:ext cx="5111375" cy="3357465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9" name="TextovéPole 28">
              <a:extLst>
                <a:ext uri="{FF2B5EF4-FFF2-40B4-BE49-F238E27FC236}">
                  <a16:creationId xmlns:a16="http://schemas.microsoft.com/office/drawing/2014/main" id="{A65E2676-385E-6195-9A40-B4487E706A8B}"/>
                </a:ext>
              </a:extLst>
            </p:cNvPr>
            <p:cNvSpPr txBox="1"/>
            <p:nvPr/>
          </p:nvSpPr>
          <p:spPr>
            <a:xfrm>
              <a:off x="948626" y="2992862"/>
              <a:ext cx="4146575" cy="1050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Evolution</a:t>
              </a:r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 manager</a:t>
              </a:r>
            </a:p>
          </p:txBody>
        </p:sp>
        <p:sp>
          <p:nvSpPr>
            <p:cNvPr id="35" name="TextovéPole 34">
              <a:extLst>
                <a:ext uri="{FF2B5EF4-FFF2-40B4-BE49-F238E27FC236}">
                  <a16:creationId xmlns:a16="http://schemas.microsoft.com/office/drawing/2014/main" id="{43F7C2AD-5DEC-D15F-E11B-F1264F8719DA}"/>
                </a:ext>
              </a:extLst>
            </p:cNvPr>
            <p:cNvSpPr txBox="1"/>
            <p:nvPr/>
          </p:nvSpPr>
          <p:spPr>
            <a:xfrm>
              <a:off x="736983" y="3769247"/>
              <a:ext cx="4718046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Kontroluje, zda nastal konec generace.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Po ukončení generace evaluuje všechny agenty.</a:t>
              </a:r>
            </a:p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Vybere nejlepší agenty a vytvoří z nich novou generaci, na kterou je aplikovaná mutace sítě.</a:t>
              </a:r>
            </a:p>
            <a:p>
              <a:pPr algn="ctr"/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  <p:grpSp>
        <p:nvGrpSpPr>
          <p:cNvPr id="41" name="Skupina 40">
            <a:extLst>
              <a:ext uri="{FF2B5EF4-FFF2-40B4-BE49-F238E27FC236}">
                <a16:creationId xmlns:a16="http://schemas.microsoft.com/office/drawing/2014/main" id="{94E4E60A-58B2-758E-8E3C-9F8A47177F93}"/>
              </a:ext>
            </a:extLst>
          </p:cNvPr>
          <p:cNvGrpSpPr/>
          <p:nvPr/>
        </p:nvGrpSpPr>
        <p:grpSpPr>
          <a:xfrm>
            <a:off x="6636256" y="11505832"/>
            <a:ext cx="4789779" cy="1701429"/>
            <a:chOff x="6786089" y="2373408"/>
            <a:chExt cx="4789779" cy="1701429"/>
          </a:xfrm>
        </p:grpSpPr>
        <p:sp>
          <p:nvSpPr>
            <p:cNvPr id="38" name="Obdélník: se zakulacenými rohy 37">
              <a:extLst>
                <a:ext uri="{FF2B5EF4-FFF2-40B4-BE49-F238E27FC236}">
                  <a16:creationId xmlns:a16="http://schemas.microsoft.com/office/drawing/2014/main" id="{EB4CD905-9F52-67C0-207D-C366BF2B40AB}"/>
                </a:ext>
              </a:extLst>
            </p:cNvPr>
            <p:cNvSpPr/>
            <p:nvPr/>
          </p:nvSpPr>
          <p:spPr>
            <a:xfrm>
              <a:off x="6786089" y="2373408"/>
              <a:ext cx="4718046" cy="1701429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39" name="TextovéPole 38">
              <a:extLst>
                <a:ext uri="{FF2B5EF4-FFF2-40B4-BE49-F238E27FC236}">
                  <a16:creationId xmlns:a16="http://schemas.microsoft.com/office/drawing/2014/main" id="{AEBB6FFB-C0D4-1964-BCF0-867BB9746A81}"/>
                </a:ext>
              </a:extLst>
            </p:cNvPr>
            <p:cNvSpPr txBox="1"/>
            <p:nvPr/>
          </p:nvSpPr>
          <p:spPr>
            <a:xfrm>
              <a:off x="7069465" y="2547014"/>
              <a:ext cx="41465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Food manager</a:t>
              </a:r>
            </a:p>
          </p:txBody>
        </p:sp>
        <p:sp>
          <p:nvSpPr>
            <p:cNvPr id="40" name="TextovéPole 39">
              <a:extLst>
                <a:ext uri="{FF2B5EF4-FFF2-40B4-BE49-F238E27FC236}">
                  <a16:creationId xmlns:a16="http://schemas.microsoft.com/office/drawing/2014/main" id="{8821868E-E4E2-375C-D2EA-3D24486B7C58}"/>
                </a:ext>
              </a:extLst>
            </p:cNvPr>
            <p:cNvSpPr txBox="1"/>
            <p:nvPr/>
          </p:nvSpPr>
          <p:spPr>
            <a:xfrm>
              <a:off x="6857822" y="3323399"/>
              <a:ext cx="47180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Zajišťuje </a:t>
              </a: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spawnování</a:t>
              </a: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 jídla v prostředí</a:t>
              </a:r>
            </a:p>
          </p:txBody>
        </p:sp>
      </p:grpSp>
      <p:grpSp>
        <p:nvGrpSpPr>
          <p:cNvPr id="46" name="Skupina 45">
            <a:extLst>
              <a:ext uri="{FF2B5EF4-FFF2-40B4-BE49-F238E27FC236}">
                <a16:creationId xmlns:a16="http://schemas.microsoft.com/office/drawing/2014/main" id="{BD27B960-D60D-C022-D61F-A9D397A62690}"/>
              </a:ext>
            </a:extLst>
          </p:cNvPr>
          <p:cNvGrpSpPr/>
          <p:nvPr/>
        </p:nvGrpSpPr>
        <p:grpSpPr>
          <a:xfrm>
            <a:off x="6657734" y="13380867"/>
            <a:ext cx="4789779" cy="1701429"/>
            <a:chOff x="6838564" y="4124031"/>
            <a:chExt cx="4789779" cy="1701429"/>
          </a:xfrm>
        </p:grpSpPr>
        <p:sp>
          <p:nvSpPr>
            <p:cNvPr id="43" name="Obdélník: se zakulacenými rohy 42">
              <a:extLst>
                <a:ext uri="{FF2B5EF4-FFF2-40B4-BE49-F238E27FC236}">
                  <a16:creationId xmlns:a16="http://schemas.microsoft.com/office/drawing/2014/main" id="{50618746-12C6-0058-42D3-8CF84AB1E10F}"/>
                </a:ext>
              </a:extLst>
            </p:cNvPr>
            <p:cNvSpPr/>
            <p:nvPr/>
          </p:nvSpPr>
          <p:spPr>
            <a:xfrm>
              <a:off x="6838564" y="4124031"/>
              <a:ext cx="4718046" cy="1701429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44" name="TextovéPole 43">
              <a:extLst>
                <a:ext uri="{FF2B5EF4-FFF2-40B4-BE49-F238E27FC236}">
                  <a16:creationId xmlns:a16="http://schemas.microsoft.com/office/drawing/2014/main" id="{5448F5E6-EA04-CE90-8651-707481582ED3}"/>
                </a:ext>
              </a:extLst>
            </p:cNvPr>
            <p:cNvSpPr txBox="1"/>
            <p:nvPr/>
          </p:nvSpPr>
          <p:spPr>
            <a:xfrm>
              <a:off x="7121940" y="4297637"/>
              <a:ext cx="41465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Score</a:t>
              </a:r>
              <a:r>
                <a:rPr lang="cs-CZ" sz="3600" b="1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cs-CZ" sz="3600" b="1" dirty="0" err="1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function</a:t>
              </a:r>
              <a:endParaRPr lang="cs-CZ" sz="3600" b="1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45" name="TextovéPole 44">
              <a:extLst>
                <a:ext uri="{FF2B5EF4-FFF2-40B4-BE49-F238E27FC236}">
                  <a16:creationId xmlns:a16="http://schemas.microsoft.com/office/drawing/2014/main" id="{FDFF6908-5C53-7207-4AE0-740C89EA56B5}"/>
                </a:ext>
              </a:extLst>
            </p:cNvPr>
            <p:cNvSpPr txBox="1"/>
            <p:nvPr/>
          </p:nvSpPr>
          <p:spPr>
            <a:xfrm>
              <a:off x="6910297" y="5074022"/>
              <a:ext cx="47180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Score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=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FoodEaten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+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energyBonus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+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closeToFoodBonus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 + </a:t>
              </a:r>
              <a:r>
                <a:rPr lang="cs-CZ" sz="2000" dirty="0" err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centerBonus</a:t>
              </a:r>
              <a:r>
                <a:rPr lang="cs-CZ" sz="2000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; </a:t>
              </a:r>
            </a:p>
          </p:txBody>
        </p:sp>
      </p:grp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FBF9F8DC-1046-192C-8D4C-D58F5B8F3A32}"/>
              </a:ext>
            </a:extLst>
          </p:cNvPr>
          <p:cNvGrpSpPr/>
          <p:nvPr/>
        </p:nvGrpSpPr>
        <p:grpSpPr>
          <a:xfrm>
            <a:off x="1523998" y="198438"/>
            <a:ext cx="9144001" cy="2588636"/>
            <a:chOff x="1523998" y="198438"/>
            <a:chExt cx="9144001" cy="2588636"/>
          </a:xfrm>
        </p:grpSpPr>
        <p:sp>
          <p:nvSpPr>
            <p:cNvPr id="8" name="Obdélník: se zakulacenými rohy 7">
              <a:extLst>
                <a:ext uri="{FF2B5EF4-FFF2-40B4-BE49-F238E27FC236}">
                  <a16:creationId xmlns:a16="http://schemas.microsoft.com/office/drawing/2014/main" id="{2CE0B0B1-C4B7-C6B5-AFD5-275921863E08}"/>
                </a:ext>
              </a:extLst>
            </p:cNvPr>
            <p:cNvSpPr/>
            <p:nvPr/>
          </p:nvSpPr>
          <p:spPr>
            <a:xfrm>
              <a:off x="1523998" y="198438"/>
              <a:ext cx="9144001" cy="2588636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" name="TextovéPole 8">
              <a:extLst>
                <a:ext uri="{FF2B5EF4-FFF2-40B4-BE49-F238E27FC236}">
                  <a16:creationId xmlns:a16="http://schemas.microsoft.com/office/drawing/2014/main" id="{7456302F-E985-6E35-C66C-A08AA613E63D}"/>
                </a:ext>
              </a:extLst>
            </p:cNvPr>
            <p:cNvSpPr txBox="1"/>
            <p:nvPr/>
          </p:nvSpPr>
          <p:spPr>
            <a:xfrm>
              <a:off x="2648143" y="224134"/>
              <a:ext cx="64751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Neuronová síť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  <p:sp>
          <p:nvSpPr>
            <p:cNvPr id="10" name="TextovéPole 9">
              <a:extLst>
                <a:ext uri="{FF2B5EF4-FFF2-40B4-BE49-F238E27FC236}">
                  <a16:creationId xmlns:a16="http://schemas.microsoft.com/office/drawing/2014/main" id="{5DE221A1-7F39-C1E0-4D39-4F68203622C9}"/>
                </a:ext>
              </a:extLst>
            </p:cNvPr>
            <p:cNvSpPr txBox="1"/>
            <p:nvPr/>
          </p:nvSpPr>
          <p:spPr>
            <a:xfrm>
              <a:off x="3567775" y="1334110"/>
              <a:ext cx="481214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Síť začíná pouze se dvěma plně propojenými vrstvami (vstupní a výstupní). Váhy a </a:t>
              </a: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biasy</a:t>
              </a: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 jsou náhodně inicializovány mezi -1 a 1. Síť se dále rozšiřuje mutacemi.</a:t>
              </a:r>
            </a:p>
          </p:txBody>
        </p:sp>
      </p:grpSp>
      <p:grpSp>
        <p:nvGrpSpPr>
          <p:cNvPr id="37" name="Skupina 36">
            <a:extLst>
              <a:ext uri="{FF2B5EF4-FFF2-40B4-BE49-F238E27FC236}">
                <a16:creationId xmlns:a16="http://schemas.microsoft.com/office/drawing/2014/main" id="{FF1A48DC-6856-8860-33E5-3175F42B822F}"/>
              </a:ext>
            </a:extLst>
          </p:cNvPr>
          <p:cNvGrpSpPr/>
          <p:nvPr/>
        </p:nvGrpSpPr>
        <p:grpSpPr>
          <a:xfrm>
            <a:off x="301479" y="3131672"/>
            <a:ext cx="3958542" cy="3096748"/>
            <a:chOff x="301479" y="3131672"/>
            <a:chExt cx="3958542" cy="3096748"/>
          </a:xfrm>
        </p:grpSpPr>
        <p:sp>
          <p:nvSpPr>
            <p:cNvPr id="21" name="Obdélník: se zakulacenými rohy 20">
              <a:extLst>
                <a:ext uri="{FF2B5EF4-FFF2-40B4-BE49-F238E27FC236}">
                  <a16:creationId xmlns:a16="http://schemas.microsoft.com/office/drawing/2014/main" id="{C958A4DE-9AB4-193E-E8CA-3DA67E3DC043}"/>
                </a:ext>
              </a:extLst>
            </p:cNvPr>
            <p:cNvSpPr/>
            <p:nvPr/>
          </p:nvSpPr>
          <p:spPr>
            <a:xfrm>
              <a:off x="301479" y="3131672"/>
              <a:ext cx="3958542" cy="3096748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TextovéPole 24">
              <a:extLst>
                <a:ext uri="{FF2B5EF4-FFF2-40B4-BE49-F238E27FC236}">
                  <a16:creationId xmlns:a16="http://schemas.microsoft.com/office/drawing/2014/main" id="{AD3852CF-6598-B3D7-84E0-11E77B99D966}"/>
                </a:ext>
              </a:extLst>
            </p:cNvPr>
            <p:cNvSpPr txBox="1"/>
            <p:nvPr/>
          </p:nvSpPr>
          <p:spPr>
            <a:xfrm>
              <a:off x="675077" y="3428906"/>
              <a:ext cx="32113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Mutace</a:t>
              </a:r>
            </a:p>
          </p:txBody>
        </p:sp>
        <p:sp>
          <p:nvSpPr>
            <p:cNvPr id="26" name="TextovéPole 25">
              <a:extLst>
                <a:ext uri="{FF2B5EF4-FFF2-40B4-BE49-F238E27FC236}">
                  <a16:creationId xmlns:a16="http://schemas.microsoft.com/office/drawing/2014/main" id="{97AA3E68-660B-E3CB-56F0-BDC997544D63}"/>
                </a:ext>
              </a:extLst>
            </p:cNvPr>
            <p:cNvSpPr txBox="1"/>
            <p:nvPr/>
          </p:nvSpPr>
          <p:spPr>
            <a:xfrm>
              <a:off x="453786" y="4092048"/>
              <a:ext cx="3653925" cy="1938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Mutace váhy a </a:t>
              </a: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biasu</a:t>
              </a:r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Přidání nového uzlu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Přidání nového propojení uzlů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Rozdělení jednoho propojení na dvě nová a přidání uzlu</a:t>
              </a:r>
            </a:p>
          </p:txBody>
        </p:sp>
      </p:grpSp>
      <p:grpSp>
        <p:nvGrpSpPr>
          <p:cNvPr id="34" name="Skupina 33">
            <a:extLst>
              <a:ext uri="{FF2B5EF4-FFF2-40B4-BE49-F238E27FC236}">
                <a16:creationId xmlns:a16="http://schemas.microsoft.com/office/drawing/2014/main" id="{E30FF01F-FA9D-8276-2CC6-98CE6A34D582}"/>
              </a:ext>
            </a:extLst>
          </p:cNvPr>
          <p:cNvGrpSpPr/>
          <p:nvPr/>
        </p:nvGrpSpPr>
        <p:grpSpPr>
          <a:xfrm>
            <a:off x="7417238" y="3632203"/>
            <a:ext cx="3958542" cy="1592334"/>
            <a:chOff x="7417238" y="3250710"/>
            <a:chExt cx="3958542" cy="1592334"/>
          </a:xfrm>
        </p:grpSpPr>
        <p:sp>
          <p:nvSpPr>
            <p:cNvPr id="31" name="Obdélník: se zakulacenými rohy 30">
              <a:extLst>
                <a:ext uri="{FF2B5EF4-FFF2-40B4-BE49-F238E27FC236}">
                  <a16:creationId xmlns:a16="http://schemas.microsoft.com/office/drawing/2014/main" id="{7F24999E-9414-6FCA-2387-89A40B543FCB}"/>
                </a:ext>
              </a:extLst>
            </p:cNvPr>
            <p:cNvSpPr/>
            <p:nvPr/>
          </p:nvSpPr>
          <p:spPr>
            <a:xfrm>
              <a:off x="7417238" y="3250710"/>
              <a:ext cx="3958542" cy="159233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TextovéPole 31">
              <a:extLst>
                <a:ext uri="{FF2B5EF4-FFF2-40B4-BE49-F238E27FC236}">
                  <a16:creationId xmlns:a16="http://schemas.microsoft.com/office/drawing/2014/main" id="{7C4F6C65-7B53-8388-C74F-E724CA0635C9}"/>
                </a:ext>
              </a:extLst>
            </p:cNvPr>
            <p:cNvSpPr txBox="1"/>
            <p:nvPr/>
          </p:nvSpPr>
          <p:spPr>
            <a:xfrm>
              <a:off x="7527881" y="3312008"/>
              <a:ext cx="37372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Aktivační funkce</a:t>
              </a:r>
            </a:p>
          </p:txBody>
        </p:sp>
        <p:sp>
          <p:nvSpPr>
            <p:cNvPr id="33" name="TextovéPole 32">
              <a:extLst>
                <a:ext uri="{FF2B5EF4-FFF2-40B4-BE49-F238E27FC236}">
                  <a16:creationId xmlns:a16="http://schemas.microsoft.com/office/drawing/2014/main" id="{DEB22702-B692-84EB-20AC-181968C5414D}"/>
                </a:ext>
              </a:extLst>
            </p:cNvPr>
            <p:cNvSpPr txBox="1"/>
            <p:nvPr/>
          </p:nvSpPr>
          <p:spPr>
            <a:xfrm>
              <a:off x="7569543" y="4032105"/>
              <a:ext cx="36539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Tanh</a:t>
              </a:r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ReLU</a:t>
              </a:r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  <p:grpSp>
        <p:nvGrpSpPr>
          <p:cNvPr id="42" name="Skupina 41">
            <a:extLst>
              <a:ext uri="{FF2B5EF4-FFF2-40B4-BE49-F238E27FC236}">
                <a16:creationId xmlns:a16="http://schemas.microsoft.com/office/drawing/2014/main" id="{17056AC6-6E16-B9EA-5512-F023BD653A51}"/>
              </a:ext>
            </a:extLst>
          </p:cNvPr>
          <p:cNvGrpSpPr/>
          <p:nvPr/>
        </p:nvGrpSpPr>
        <p:grpSpPr>
          <a:xfrm>
            <a:off x="3570998" y="-3600000"/>
            <a:ext cx="5050000" cy="2308324"/>
            <a:chOff x="3956302" y="399871"/>
            <a:chExt cx="3455354" cy="2308324"/>
          </a:xfrm>
        </p:grpSpPr>
        <p:sp>
          <p:nvSpPr>
            <p:cNvPr id="47" name="Obdélník: se zakulacenými rohy 46">
              <a:extLst>
                <a:ext uri="{FF2B5EF4-FFF2-40B4-BE49-F238E27FC236}">
                  <a16:creationId xmlns:a16="http://schemas.microsoft.com/office/drawing/2014/main" id="{76B7F080-8B55-D00C-AE91-8114DBED1085}"/>
                </a:ext>
              </a:extLst>
            </p:cNvPr>
            <p:cNvSpPr/>
            <p:nvPr/>
          </p:nvSpPr>
          <p:spPr>
            <a:xfrm>
              <a:off x="3956302" y="492826"/>
              <a:ext cx="3455354" cy="111938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8" name="TextovéPole 47">
              <a:extLst>
                <a:ext uri="{FF2B5EF4-FFF2-40B4-BE49-F238E27FC236}">
                  <a16:creationId xmlns:a16="http://schemas.microsoft.com/office/drawing/2014/main" id="{2419DD30-1C80-920B-3BA0-DD86C50D8934}"/>
                </a:ext>
              </a:extLst>
            </p:cNvPr>
            <p:cNvSpPr txBox="1"/>
            <p:nvPr/>
          </p:nvSpPr>
          <p:spPr>
            <a:xfrm>
              <a:off x="4097053" y="399871"/>
              <a:ext cx="317385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Výsledky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13" name="Skupina 12">
            <a:extLst>
              <a:ext uri="{FF2B5EF4-FFF2-40B4-BE49-F238E27FC236}">
                <a16:creationId xmlns:a16="http://schemas.microsoft.com/office/drawing/2014/main" id="{AFBD86AE-97AA-01E5-ECB7-AEBF135D0BF2}"/>
              </a:ext>
            </a:extLst>
          </p:cNvPr>
          <p:cNvGrpSpPr/>
          <p:nvPr/>
        </p:nvGrpSpPr>
        <p:grpSpPr>
          <a:xfrm>
            <a:off x="19800000" y="1652385"/>
            <a:ext cx="8483602" cy="5192925"/>
            <a:chOff x="1732043" y="1652385"/>
            <a:chExt cx="8483602" cy="5192925"/>
          </a:xfrm>
        </p:grpSpPr>
        <p:grpSp>
          <p:nvGrpSpPr>
            <p:cNvPr id="27" name="Skupina 26">
              <a:extLst>
                <a:ext uri="{FF2B5EF4-FFF2-40B4-BE49-F238E27FC236}">
                  <a16:creationId xmlns:a16="http://schemas.microsoft.com/office/drawing/2014/main" id="{DCC59885-B881-F0C1-423E-A3CAA4E53601}"/>
                </a:ext>
              </a:extLst>
            </p:cNvPr>
            <p:cNvGrpSpPr/>
            <p:nvPr/>
          </p:nvGrpSpPr>
          <p:grpSpPr>
            <a:xfrm>
              <a:off x="1732043" y="1652385"/>
              <a:ext cx="8483602" cy="4720842"/>
              <a:chOff x="1534159" y="1649543"/>
              <a:chExt cx="8483602" cy="4720842"/>
            </a:xfrm>
          </p:grpSpPr>
          <p:sp>
            <p:nvSpPr>
              <p:cNvPr id="54" name="Obdélník: se zakulacenými rohy 55">
                <a:extLst>
                  <a:ext uri="{FF2B5EF4-FFF2-40B4-BE49-F238E27FC236}">
                    <a16:creationId xmlns:a16="http://schemas.microsoft.com/office/drawing/2014/main" id="{B21DA8DA-4024-FC63-A8E5-91CD56F7D306}"/>
                  </a:ext>
                </a:extLst>
              </p:cNvPr>
              <p:cNvSpPr/>
              <p:nvPr/>
            </p:nvSpPr>
            <p:spPr>
              <a:xfrm>
                <a:off x="1534159" y="1649543"/>
                <a:ext cx="8483602" cy="4720842"/>
              </a:xfrm>
              <a:custGeom>
                <a:avLst/>
                <a:gdLst>
                  <a:gd name="csX0" fmla="*/ 0 w 8514082"/>
                  <a:gd name="csY0" fmla="*/ 783184 h 4699008"/>
                  <a:gd name="csX1" fmla="*/ 783184 w 8514082"/>
                  <a:gd name="csY1" fmla="*/ 0 h 4699008"/>
                  <a:gd name="csX2" fmla="*/ 7730898 w 8514082"/>
                  <a:gd name="csY2" fmla="*/ 0 h 4699008"/>
                  <a:gd name="csX3" fmla="*/ 8514082 w 8514082"/>
                  <a:gd name="csY3" fmla="*/ 783184 h 4699008"/>
                  <a:gd name="csX4" fmla="*/ 8514082 w 8514082"/>
                  <a:gd name="csY4" fmla="*/ 3915824 h 4699008"/>
                  <a:gd name="csX5" fmla="*/ 7730898 w 8514082"/>
                  <a:gd name="csY5" fmla="*/ 4699008 h 4699008"/>
                  <a:gd name="csX6" fmla="*/ 783184 w 8514082"/>
                  <a:gd name="csY6" fmla="*/ 4699008 h 4699008"/>
                  <a:gd name="csX7" fmla="*/ 0 w 8514082"/>
                  <a:gd name="csY7" fmla="*/ 3915824 h 4699008"/>
                  <a:gd name="csX8" fmla="*/ 0 w 8514082"/>
                  <a:gd name="csY8" fmla="*/ 783184 h 4699008"/>
                  <a:gd name="csX0" fmla="*/ 10160 w 8514082"/>
                  <a:gd name="csY0" fmla="*/ 337593 h 4710617"/>
                  <a:gd name="csX1" fmla="*/ 783184 w 8514082"/>
                  <a:gd name="csY1" fmla="*/ 11609 h 4710617"/>
                  <a:gd name="csX2" fmla="*/ 7730898 w 8514082"/>
                  <a:gd name="csY2" fmla="*/ 11609 h 4710617"/>
                  <a:gd name="csX3" fmla="*/ 8514082 w 8514082"/>
                  <a:gd name="csY3" fmla="*/ 794793 h 4710617"/>
                  <a:gd name="csX4" fmla="*/ 8514082 w 8514082"/>
                  <a:gd name="csY4" fmla="*/ 3927433 h 4710617"/>
                  <a:gd name="csX5" fmla="*/ 7730898 w 8514082"/>
                  <a:gd name="csY5" fmla="*/ 4710617 h 4710617"/>
                  <a:gd name="csX6" fmla="*/ 783184 w 8514082"/>
                  <a:gd name="csY6" fmla="*/ 4710617 h 4710617"/>
                  <a:gd name="csX7" fmla="*/ 0 w 8514082"/>
                  <a:gd name="csY7" fmla="*/ 3927433 h 4710617"/>
                  <a:gd name="csX8" fmla="*/ 10160 w 8514082"/>
                  <a:gd name="csY8" fmla="*/ 337593 h 4710617"/>
                  <a:gd name="csX0" fmla="*/ 10160 w 8524242"/>
                  <a:gd name="csY0" fmla="*/ 343329 h 4716353"/>
                  <a:gd name="csX1" fmla="*/ 783184 w 8524242"/>
                  <a:gd name="csY1" fmla="*/ 17345 h 4716353"/>
                  <a:gd name="csX2" fmla="*/ 7730898 w 8524242"/>
                  <a:gd name="csY2" fmla="*/ 17345 h 4716353"/>
                  <a:gd name="csX3" fmla="*/ 8524242 w 8524242"/>
                  <a:gd name="csY3" fmla="*/ 323009 h 4716353"/>
                  <a:gd name="csX4" fmla="*/ 8514082 w 8524242"/>
                  <a:gd name="csY4" fmla="*/ 3933169 h 4716353"/>
                  <a:gd name="csX5" fmla="*/ 7730898 w 8524242"/>
                  <a:gd name="csY5" fmla="*/ 4716353 h 4716353"/>
                  <a:gd name="csX6" fmla="*/ 783184 w 8524242"/>
                  <a:gd name="csY6" fmla="*/ 4716353 h 4716353"/>
                  <a:gd name="csX7" fmla="*/ 0 w 8524242"/>
                  <a:gd name="csY7" fmla="*/ 3933169 h 4716353"/>
                  <a:gd name="csX8" fmla="*/ 10160 w 8524242"/>
                  <a:gd name="csY8" fmla="*/ 343329 h 4716353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31727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40871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77302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57998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7626"/>
                  <a:gd name="csX1" fmla="*/ 773024 w 8514082"/>
                  <a:gd name="csY1" fmla="*/ 11610 h 4717626"/>
                  <a:gd name="csX2" fmla="*/ 7954418 w 8514082"/>
                  <a:gd name="csY2" fmla="*/ 21770 h 4717626"/>
                  <a:gd name="csX3" fmla="*/ 8514082 w 8514082"/>
                  <a:gd name="csY3" fmla="*/ 408714 h 4717626"/>
                  <a:gd name="csX4" fmla="*/ 8473442 w 8514082"/>
                  <a:gd name="csY4" fmla="*/ 4364314 h 4717626"/>
                  <a:gd name="csX5" fmla="*/ 7720738 w 8514082"/>
                  <a:gd name="csY5" fmla="*/ 4710618 h 4717626"/>
                  <a:gd name="csX6" fmla="*/ 579984 w 8514082"/>
                  <a:gd name="csY6" fmla="*/ 4710618 h 4717626"/>
                  <a:gd name="csX7" fmla="*/ 0 w 8514082"/>
                  <a:gd name="csY7" fmla="*/ 4354154 h 4717626"/>
                  <a:gd name="csX8" fmla="*/ 0 w 8514082"/>
                  <a:gd name="csY8" fmla="*/ 337594 h 4717626"/>
                  <a:gd name="csX0" fmla="*/ 0 w 8514082"/>
                  <a:gd name="csY0" fmla="*/ 337594 h 4725929"/>
                  <a:gd name="csX1" fmla="*/ 773024 w 8514082"/>
                  <a:gd name="csY1" fmla="*/ 11610 h 4725929"/>
                  <a:gd name="csX2" fmla="*/ 7954418 w 8514082"/>
                  <a:gd name="csY2" fmla="*/ 21770 h 4725929"/>
                  <a:gd name="csX3" fmla="*/ 8514082 w 8514082"/>
                  <a:gd name="csY3" fmla="*/ 408714 h 4725929"/>
                  <a:gd name="csX4" fmla="*/ 8473442 w 8514082"/>
                  <a:gd name="csY4" fmla="*/ 4364314 h 4725929"/>
                  <a:gd name="csX5" fmla="*/ 7954418 w 8514082"/>
                  <a:gd name="csY5" fmla="*/ 4720778 h 4725929"/>
                  <a:gd name="csX6" fmla="*/ 579984 w 8514082"/>
                  <a:gd name="csY6" fmla="*/ 4710618 h 4725929"/>
                  <a:gd name="csX7" fmla="*/ 0 w 8514082"/>
                  <a:gd name="csY7" fmla="*/ 4354154 h 4725929"/>
                  <a:gd name="csX8" fmla="*/ 0 w 8514082"/>
                  <a:gd name="csY8" fmla="*/ 337594 h 4725929"/>
                  <a:gd name="csX0" fmla="*/ 0 w 8514082"/>
                  <a:gd name="csY0" fmla="*/ 337594 h 4720842"/>
                  <a:gd name="csX1" fmla="*/ 773024 w 8514082"/>
                  <a:gd name="csY1" fmla="*/ 11610 h 4720842"/>
                  <a:gd name="csX2" fmla="*/ 7954418 w 8514082"/>
                  <a:gd name="csY2" fmla="*/ 21770 h 4720842"/>
                  <a:gd name="csX3" fmla="*/ 8514082 w 8514082"/>
                  <a:gd name="csY3" fmla="*/ 408714 h 4720842"/>
                  <a:gd name="csX4" fmla="*/ 8473442 w 8514082"/>
                  <a:gd name="csY4" fmla="*/ 4303354 h 4720842"/>
                  <a:gd name="csX5" fmla="*/ 7954418 w 8514082"/>
                  <a:gd name="csY5" fmla="*/ 4720778 h 4720842"/>
                  <a:gd name="csX6" fmla="*/ 579984 w 8514082"/>
                  <a:gd name="csY6" fmla="*/ 4710618 h 4720842"/>
                  <a:gd name="csX7" fmla="*/ 0 w 8514082"/>
                  <a:gd name="csY7" fmla="*/ 4354154 h 4720842"/>
                  <a:gd name="csX8" fmla="*/ 0 w 851408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0871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2903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83602" h="4720842">
                    <a:moveTo>
                      <a:pt x="0" y="337594"/>
                    </a:moveTo>
                    <a:cubicBezTo>
                      <a:pt x="0" y="-94947"/>
                      <a:pt x="340483" y="11610"/>
                      <a:pt x="773024" y="11610"/>
                    </a:cubicBezTo>
                    <a:lnTo>
                      <a:pt x="7954418" y="21770"/>
                    </a:lnTo>
                    <a:cubicBezTo>
                      <a:pt x="8386959" y="21770"/>
                      <a:pt x="8483602" y="-3507"/>
                      <a:pt x="8483602" y="429034"/>
                    </a:cubicBezTo>
                    <a:cubicBezTo>
                      <a:pt x="8480215" y="1632421"/>
                      <a:pt x="8476829" y="3099967"/>
                      <a:pt x="8473442" y="4303354"/>
                    </a:cubicBezTo>
                    <a:cubicBezTo>
                      <a:pt x="8473442" y="4735895"/>
                      <a:pt x="8386959" y="4720778"/>
                      <a:pt x="7954418" y="4720778"/>
                    </a:cubicBezTo>
                    <a:lnTo>
                      <a:pt x="579984" y="4710618"/>
                    </a:lnTo>
                    <a:cubicBezTo>
                      <a:pt x="147443" y="4710618"/>
                      <a:pt x="0" y="4786695"/>
                      <a:pt x="0" y="4354154"/>
                    </a:cubicBezTo>
                    <a:lnTo>
                      <a:pt x="0" y="337594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pic>
            <p:nvPicPr>
              <p:cNvPr id="55" name="Obrázek 54" descr="test-TrainGraph1.png">
                <a:extLst>
                  <a:ext uri="{FF2B5EF4-FFF2-40B4-BE49-F238E27FC236}">
                    <a16:creationId xmlns:a16="http://schemas.microsoft.com/office/drawing/2014/main" id="{A65B7641-00C2-939B-8975-5451A1C6E3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7040" y="1718108"/>
                <a:ext cx="8103808" cy="4558392"/>
              </a:xfrm>
              <a:prstGeom prst="rect">
                <a:avLst/>
              </a:prstGeom>
            </p:spPr>
          </p:pic>
        </p:grpSp>
        <p:grpSp>
          <p:nvGrpSpPr>
            <p:cNvPr id="30" name="Skupina 29">
              <a:extLst>
                <a:ext uri="{FF2B5EF4-FFF2-40B4-BE49-F238E27FC236}">
                  <a16:creationId xmlns:a16="http://schemas.microsoft.com/office/drawing/2014/main" id="{2171F384-7AC9-13D8-ABD7-70864A033B66}"/>
                </a:ext>
              </a:extLst>
            </p:cNvPr>
            <p:cNvGrpSpPr/>
            <p:nvPr/>
          </p:nvGrpSpPr>
          <p:grpSpPr>
            <a:xfrm>
              <a:off x="5343957" y="6445200"/>
              <a:ext cx="1504081" cy="400110"/>
              <a:chOff x="5488399" y="6445200"/>
              <a:chExt cx="1504081" cy="400110"/>
            </a:xfrm>
          </p:grpSpPr>
          <p:sp>
            <p:nvSpPr>
              <p:cNvPr id="52" name="Obdélník: se zakulacenými rohy 51">
                <a:extLst>
                  <a:ext uri="{FF2B5EF4-FFF2-40B4-BE49-F238E27FC236}">
                    <a16:creationId xmlns:a16="http://schemas.microsoft.com/office/drawing/2014/main" id="{88E17EE2-4EF8-D547-845B-1BB97B3C2F45}"/>
                  </a:ext>
                </a:extLst>
              </p:cNvPr>
              <p:cNvSpPr/>
              <p:nvPr/>
            </p:nvSpPr>
            <p:spPr>
              <a:xfrm>
                <a:off x="5488399" y="6508514"/>
                <a:ext cx="1504081" cy="300766"/>
              </a:xfrm>
              <a:prstGeom prst="roundRect">
                <a:avLst/>
              </a:pr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53" name="TextovéPole 52">
                <a:extLst>
                  <a:ext uri="{FF2B5EF4-FFF2-40B4-BE49-F238E27FC236}">
                    <a16:creationId xmlns:a16="http://schemas.microsoft.com/office/drawing/2014/main" id="{02D5E854-2E0E-26E1-7136-A75073C6BFF2}"/>
                  </a:ext>
                </a:extLst>
              </p:cNvPr>
              <p:cNvSpPr txBox="1"/>
              <p:nvPr/>
            </p:nvSpPr>
            <p:spPr>
              <a:xfrm>
                <a:off x="5549666" y="6445200"/>
                <a:ext cx="13815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sz="2000" dirty="0" err="1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ScottPlot</a:t>
                </a:r>
                <a:r>
                  <a:rPr lang="cs-CZ" sz="2000" dirty="0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6194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864E9-4223-228C-73E8-0D43A5D74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EB109F-B4C3-04B1-5AFE-2B94ED6B47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B032C58-6439-91D1-33F7-BF986BCD6A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F7168A3-5602-3B56-B891-41BF5F62C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TextovéPole 18">
            <a:extLst>
              <a:ext uri="{FF2B5EF4-FFF2-40B4-BE49-F238E27FC236}">
                <a16:creationId xmlns:a16="http://schemas.microsoft.com/office/drawing/2014/main" id="{97E0AAE3-DC15-6DA1-B2DC-607D731D20F7}"/>
              </a:ext>
            </a:extLst>
          </p:cNvPr>
          <p:cNvSpPr txBox="1"/>
          <p:nvPr/>
        </p:nvSpPr>
        <p:spPr>
          <a:xfrm>
            <a:off x="3375185" y="1244231"/>
            <a:ext cx="5655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cs-CZ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20DD4F06-EDA4-6034-40B8-1516559FF263}"/>
              </a:ext>
            </a:extLst>
          </p:cNvPr>
          <p:cNvGrpSpPr/>
          <p:nvPr/>
        </p:nvGrpSpPr>
        <p:grpSpPr>
          <a:xfrm>
            <a:off x="1523998" y="-7200000"/>
            <a:ext cx="9144001" cy="2588636"/>
            <a:chOff x="1523998" y="198438"/>
            <a:chExt cx="9144001" cy="2588636"/>
          </a:xfrm>
        </p:grpSpPr>
        <p:sp>
          <p:nvSpPr>
            <p:cNvPr id="8" name="Obdélník: se zakulacenými rohy 7">
              <a:extLst>
                <a:ext uri="{FF2B5EF4-FFF2-40B4-BE49-F238E27FC236}">
                  <a16:creationId xmlns:a16="http://schemas.microsoft.com/office/drawing/2014/main" id="{54D0B08F-EC0A-7DDD-5A09-92800F34DC9D}"/>
                </a:ext>
              </a:extLst>
            </p:cNvPr>
            <p:cNvSpPr/>
            <p:nvPr/>
          </p:nvSpPr>
          <p:spPr>
            <a:xfrm>
              <a:off x="1523998" y="198438"/>
              <a:ext cx="9144001" cy="2588636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" name="TextovéPole 8">
              <a:extLst>
                <a:ext uri="{FF2B5EF4-FFF2-40B4-BE49-F238E27FC236}">
                  <a16:creationId xmlns:a16="http://schemas.microsoft.com/office/drawing/2014/main" id="{212E37EE-35FD-46BB-C241-3ABA6FAF5450}"/>
                </a:ext>
              </a:extLst>
            </p:cNvPr>
            <p:cNvSpPr txBox="1"/>
            <p:nvPr/>
          </p:nvSpPr>
          <p:spPr>
            <a:xfrm>
              <a:off x="2648143" y="224134"/>
              <a:ext cx="64751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Neuronová síť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  <p:sp>
          <p:nvSpPr>
            <p:cNvPr id="10" name="TextovéPole 9">
              <a:extLst>
                <a:ext uri="{FF2B5EF4-FFF2-40B4-BE49-F238E27FC236}">
                  <a16:creationId xmlns:a16="http://schemas.microsoft.com/office/drawing/2014/main" id="{FA6CBD80-E753-E42E-6E57-6CB1B36093CC}"/>
                </a:ext>
              </a:extLst>
            </p:cNvPr>
            <p:cNvSpPr txBox="1"/>
            <p:nvPr/>
          </p:nvSpPr>
          <p:spPr>
            <a:xfrm>
              <a:off x="3567775" y="1334110"/>
              <a:ext cx="481214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Síť začíná pouze se dvěma plně propojenými vrstvami (vstupní a výstupní). Váhy a </a:t>
              </a: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biasy</a:t>
              </a: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 jsou náhodně inicializovány mezi -1 a 1. Síť se dále </a:t>
              </a:r>
              <a:r>
                <a:rPr lang="cs-CZ" sz="200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rozšiřuje mutacemi.</a:t>
              </a:r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  <p:grpSp>
        <p:nvGrpSpPr>
          <p:cNvPr id="37" name="Skupina 36">
            <a:extLst>
              <a:ext uri="{FF2B5EF4-FFF2-40B4-BE49-F238E27FC236}">
                <a16:creationId xmlns:a16="http://schemas.microsoft.com/office/drawing/2014/main" id="{0680229F-1F6E-27D1-9506-5B93D536D970}"/>
              </a:ext>
            </a:extLst>
          </p:cNvPr>
          <p:cNvGrpSpPr/>
          <p:nvPr/>
        </p:nvGrpSpPr>
        <p:grpSpPr>
          <a:xfrm>
            <a:off x="301479" y="10033021"/>
            <a:ext cx="3958542" cy="3096748"/>
            <a:chOff x="301479" y="3131672"/>
            <a:chExt cx="3958542" cy="3096748"/>
          </a:xfrm>
        </p:grpSpPr>
        <p:sp>
          <p:nvSpPr>
            <p:cNvPr id="21" name="Obdélník: se zakulacenými rohy 20">
              <a:extLst>
                <a:ext uri="{FF2B5EF4-FFF2-40B4-BE49-F238E27FC236}">
                  <a16:creationId xmlns:a16="http://schemas.microsoft.com/office/drawing/2014/main" id="{E4DEF43B-CF59-1295-9226-AC9708EE8F20}"/>
                </a:ext>
              </a:extLst>
            </p:cNvPr>
            <p:cNvSpPr/>
            <p:nvPr/>
          </p:nvSpPr>
          <p:spPr>
            <a:xfrm>
              <a:off x="301479" y="3131672"/>
              <a:ext cx="3958542" cy="3096748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TextovéPole 24">
              <a:extLst>
                <a:ext uri="{FF2B5EF4-FFF2-40B4-BE49-F238E27FC236}">
                  <a16:creationId xmlns:a16="http://schemas.microsoft.com/office/drawing/2014/main" id="{7320A335-6976-FCEC-44AF-CE5C76304AC5}"/>
                </a:ext>
              </a:extLst>
            </p:cNvPr>
            <p:cNvSpPr txBox="1"/>
            <p:nvPr/>
          </p:nvSpPr>
          <p:spPr>
            <a:xfrm>
              <a:off x="675077" y="3428906"/>
              <a:ext cx="32113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Mutace</a:t>
              </a:r>
            </a:p>
          </p:txBody>
        </p:sp>
        <p:sp>
          <p:nvSpPr>
            <p:cNvPr id="26" name="TextovéPole 25">
              <a:extLst>
                <a:ext uri="{FF2B5EF4-FFF2-40B4-BE49-F238E27FC236}">
                  <a16:creationId xmlns:a16="http://schemas.microsoft.com/office/drawing/2014/main" id="{3E14BC48-A268-48C1-FA38-C97A147FBCCE}"/>
                </a:ext>
              </a:extLst>
            </p:cNvPr>
            <p:cNvSpPr txBox="1"/>
            <p:nvPr/>
          </p:nvSpPr>
          <p:spPr>
            <a:xfrm>
              <a:off x="453786" y="4092048"/>
              <a:ext cx="3653925" cy="1938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Mutace váhy a </a:t>
              </a: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biasu</a:t>
              </a:r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Přidání nového uzlu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Přidání nového propojení uzlů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Rozdělení jednoho propojení na dvě nová a přidání uzlu</a:t>
              </a:r>
            </a:p>
          </p:txBody>
        </p:sp>
      </p:grpSp>
      <p:grpSp>
        <p:nvGrpSpPr>
          <p:cNvPr id="34" name="Skupina 33">
            <a:extLst>
              <a:ext uri="{FF2B5EF4-FFF2-40B4-BE49-F238E27FC236}">
                <a16:creationId xmlns:a16="http://schemas.microsoft.com/office/drawing/2014/main" id="{D1919D05-9ED2-3406-0360-4AA8E5E11B0A}"/>
              </a:ext>
            </a:extLst>
          </p:cNvPr>
          <p:cNvGrpSpPr/>
          <p:nvPr/>
        </p:nvGrpSpPr>
        <p:grpSpPr>
          <a:xfrm>
            <a:off x="7417238" y="10800000"/>
            <a:ext cx="3958542" cy="1592334"/>
            <a:chOff x="7417238" y="3250710"/>
            <a:chExt cx="3958542" cy="1592334"/>
          </a:xfrm>
        </p:grpSpPr>
        <p:sp>
          <p:nvSpPr>
            <p:cNvPr id="31" name="Obdélník: se zakulacenými rohy 30">
              <a:extLst>
                <a:ext uri="{FF2B5EF4-FFF2-40B4-BE49-F238E27FC236}">
                  <a16:creationId xmlns:a16="http://schemas.microsoft.com/office/drawing/2014/main" id="{95232854-ABA2-DA1F-6A3F-EA4B6ADD3776}"/>
                </a:ext>
              </a:extLst>
            </p:cNvPr>
            <p:cNvSpPr/>
            <p:nvPr/>
          </p:nvSpPr>
          <p:spPr>
            <a:xfrm>
              <a:off x="7417238" y="3250710"/>
              <a:ext cx="3958542" cy="159233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TextovéPole 31">
              <a:extLst>
                <a:ext uri="{FF2B5EF4-FFF2-40B4-BE49-F238E27FC236}">
                  <a16:creationId xmlns:a16="http://schemas.microsoft.com/office/drawing/2014/main" id="{F2965EE6-FA96-6F54-9F9F-AA8930457782}"/>
                </a:ext>
              </a:extLst>
            </p:cNvPr>
            <p:cNvSpPr txBox="1"/>
            <p:nvPr/>
          </p:nvSpPr>
          <p:spPr>
            <a:xfrm>
              <a:off x="7527881" y="3312008"/>
              <a:ext cx="37372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Aktivační funkce</a:t>
              </a:r>
            </a:p>
          </p:txBody>
        </p:sp>
        <p:sp>
          <p:nvSpPr>
            <p:cNvPr id="33" name="TextovéPole 32">
              <a:extLst>
                <a:ext uri="{FF2B5EF4-FFF2-40B4-BE49-F238E27FC236}">
                  <a16:creationId xmlns:a16="http://schemas.microsoft.com/office/drawing/2014/main" id="{20B151AC-1F66-74D2-2E47-FBDE2ED64250}"/>
                </a:ext>
              </a:extLst>
            </p:cNvPr>
            <p:cNvSpPr txBox="1"/>
            <p:nvPr/>
          </p:nvSpPr>
          <p:spPr>
            <a:xfrm>
              <a:off x="7569543" y="4032105"/>
              <a:ext cx="36539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Tanh</a:t>
              </a:r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ReLU</a:t>
              </a:r>
              <a:endParaRPr lang="cs-CZ" sz="20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  <p:grpSp>
        <p:nvGrpSpPr>
          <p:cNvPr id="52" name="Skupina 51">
            <a:extLst>
              <a:ext uri="{FF2B5EF4-FFF2-40B4-BE49-F238E27FC236}">
                <a16:creationId xmlns:a16="http://schemas.microsoft.com/office/drawing/2014/main" id="{FD3E5EE5-3A1A-CEC8-E3C1-3E9CB948CD20}"/>
              </a:ext>
            </a:extLst>
          </p:cNvPr>
          <p:cNvGrpSpPr/>
          <p:nvPr/>
        </p:nvGrpSpPr>
        <p:grpSpPr>
          <a:xfrm>
            <a:off x="3448845" y="290124"/>
            <a:ext cx="5050000" cy="2308324"/>
            <a:chOff x="3956302" y="399871"/>
            <a:chExt cx="3455354" cy="2308324"/>
          </a:xfrm>
        </p:grpSpPr>
        <p:sp>
          <p:nvSpPr>
            <p:cNvPr id="53" name="Obdélník: se zakulacenými rohy 52">
              <a:extLst>
                <a:ext uri="{FF2B5EF4-FFF2-40B4-BE49-F238E27FC236}">
                  <a16:creationId xmlns:a16="http://schemas.microsoft.com/office/drawing/2014/main" id="{14B46C1D-3F09-37FF-30A4-534F87C3C4AB}"/>
                </a:ext>
              </a:extLst>
            </p:cNvPr>
            <p:cNvSpPr/>
            <p:nvPr/>
          </p:nvSpPr>
          <p:spPr>
            <a:xfrm>
              <a:off x="3956302" y="492826"/>
              <a:ext cx="3455354" cy="111938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4" name="TextovéPole 53">
              <a:extLst>
                <a:ext uri="{FF2B5EF4-FFF2-40B4-BE49-F238E27FC236}">
                  <a16:creationId xmlns:a16="http://schemas.microsoft.com/office/drawing/2014/main" id="{0F80E398-B8FF-16EB-E531-63728FBD22E0}"/>
                </a:ext>
              </a:extLst>
            </p:cNvPr>
            <p:cNvSpPr txBox="1"/>
            <p:nvPr/>
          </p:nvSpPr>
          <p:spPr>
            <a:xfrm>
              <a:off x="4097053" y="399871"/>
              <a:ext cx="317385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Výsledky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16" name="Skupina 15">
            <a:extLst>
              <a:ext uri="{FF2B5EF4-FFF2-40B4-BE49-F238E27FC236}">
                <a16:creationId xmlns:a16="http://schemas.microsoft.com/office/drawing/2014/main" id="{F8E50F52-8338-9628-1051-74FE7FE1BC2D}"/>
              </a:ext>
            </a:extLst>
          </p:cNvPr>
          <p:cNvGrpSpPr/>
          <p:nvPr/>
        </p:nvGrpSpPr>
        <p:grpSpPr>
          <a:xfrm>
            <a:off x="1732043" y="1652385"/>
            <a:ext cx="8483602" cy="5192925"/>
            <a:chOff x="1732043" y="1652385"/>
            <a:chExt cx="8483602" cy="5192925"/>
          </a:xfrm>
        </p:grpSpPr>
        <p:grpSp>
          <p:nvGrpSpPr>
            <p:cNvPr id="62" name="Skupina 61">
              <a:extLst>
                <a:ext uri="{FF2B5EF4-FFF2-40B4-BE49-F238E27FC236}">
                  <a16:creationId xmlns:a16="http://schemas.microsoft.com/office/drawing/2014/main" id="{203DA66D-757D-E721-5020-422C195164AB}"/>
                </a:ext>
              </a:extLst>
            </p:cNvPr>
            <p:cNvGrpSpPr/>
            <p:nvPr/>
          </p:nvGrpSpPr>
          <p:grpSpPr>
            <a:xfrm>
              <a:off x="1732043" y="1652385"/>
              <a:ext cx="8483602" cy="4720842"/>
              <a:chOff x="1534159" y="1649543"/>
              <a:chExt cx="8483602" cy="4720842"/>
            </a:xfrm>
          </p:grpSpPr>
          <p:sp>
            <p:nvSpPr>
              <p:cNvPr id="56" name="Obdélník: se zakulacenými rohy 55">
                <a:extLst>
                  <a:ext uri="{FF2B5EF4-FFF2-40B4-BE49-F238E27FC236}">
                    <a16:creationId xmlns:a16="http://schemas.microsoft.com/office/drawing/2014/main" id="{A7521E98-6EEE-44B0-D8D0-5D524848BD0E}"/>
                  </a:ext>
                </a:extLst>
              </p:cNvPr>
              <p:cNvSpPr/>
              <p:nvPr/>
            </p:nvSpPr>
            <p:spPr>
              <a:xfrm>
                <a:off x="1534159" y="1649543"/>
                <a:ext cx="8483602" cy="4720842"/>
              </a:xfrm>
              <a:custGeom>
                <a:avLst/>
                <a:gdLst>
                  <a:gd name="csX0" fmla="*/ 0 w 8514082"/>
                  <a:gd name="csY0" fmla="*/ 783184 h 4699008"/>
                  <a:gd name="csX1" fmla="*/ 783184 w 8514082"/>
                  <a:gd name="csY1" fmla="*/ 0 h 4699008"/>
                  <a:gd name="csX2" fmla="*/ 7730898 w 8514082"/>
                  <a:gd name="csY2" fmla="*/ 0 h 4699008"/>
                  <a:gd name="csX3" fmla="*/ 8514082 w 8514082"/>
                  <a:gd name="csY3" fmla="*/ 783184 h 4699008"/>
                  <a:gd name="csX4" fmla="*/ 8514082 w 8514082"/>
                  <a:gd name="csY4" fmla="*/ 3915824 h 4699008"/>
                  <a:gd name="csX5" fmla="*/ 7730898 w 8514082"/>
                  <a:gd name="csY5" fmla="*/ 4699008 h 4699008"/>
                  <a:gd name="csX6" fmla="*/ 783184 w 8514082"/>
                  <a:gd name="csY6" fmla="*/ 4699008 h 4699008"/>
                  <a:gd name="csX7" fmla="*/ 0 w 8514082"/>
                  <a:gd name="csY7" fmla="*/ 3915824 h 4699008"/>
                  <a:gd name="csX8" fmla="*/ 0 w 8514082"/>
                  <a:gd name="csY8" fmla="*/ 783184 h 4699008"/>
                  <a:gd name="csX0" fmla="*/ 10160 w 8514082"/>
                  <a:gd name="csY0" fmla="*/ 337593 h 4710617"/>
                  <a:gd name="csX1" fmla="*/ 783184 w 8514082"/>
                  <a:gd name="csY1" fmla="*/ 11609 h 4710617"/>
                  <a:gd name="csX2" fmla="*/ 7730898 w 8514082"/>
                  <a:gd name="csY2" fmla="*/ 11609 h 4710617"/>
                  <a:gd name="csX3" fmla="*/ 8514082 w 8514082"/>
                  <a:gd name="csY3" fmla="*/ 794793 h 4710617"/>
                  <a:gd name="csX4" fmla="*/ 8514082 w 8514082"/>
                  <a:gd name="csY4" fmla="*/ 3927433 h 4710617"/>
                  <a:gd name="csX5" fmla="*/ 7730898 w 8514082"/>
                  <a:gd name="csY5" fmla="*/ 4710617 h 4710617"/>
                  <a:gd name="csX6" fmla="*/ 783184 w 8514082"/>
                  <a:gd name="csY6" fmla="*/ 4710617 h 4710617"/>
                  <a:gd name="csX7" fmla="*/ 0 w 8514082"/>
                  <a:gd name="csY7" fmla="*/ 3927433 h 4710617"/>
                  <a:gd name="csX8" fmla="*/ 10160 w 8514082"/>
                  <a:gd name="csY8" fmla="*/ 337593 h 4710617"/>
                  <a:gd name="csX0" fmla="*/ 10160 w 8524242"/>
                  <a:gd name="csY0" fmla="*/ 343329 h 4716353"/>
                  <a:gd name="csX1" fmla="*/ 783184 w 8524242"/>
                  <a:gd name="csY1" fmla="*/ 17345 h 4716353"/>
                  <a:gd name="csX2" fmla="*/ 7730898 w 8524242"/>
                  <a:gd name="csY2" fmla="*/ 17345 h 4716353"/>
                  <a:gd name="csX3" fmla="*/ 8524242 w 8524242"/>
                  <a:gd name="csY3" fmla="*/ 323009 h 4716353"/>
                  <a:gd name="csX4" fmla="*/ 8514082 w 8524242"/>
                  <a:gd name="csY4" fmla="*/ 3933169 h 4716353"/>
                  <a:gd name="csX5" fmla="*/ 7730898 w 8524242"/>
                  <a:gd name="csY5" fmla="*/ 4716353 h 4716353"/>
                  <a:gd name="csX6" fmla="*/ 783184 w 8524242"/>
                  <a:gd name="csY6" fmla="*/ 4716353 h 4716353"/>
                  <a:gd name="csX7" fmla="*/ 0 w 8524242"/>
                  <a:gd name="csY7" fmla="*/ 3933169 h 4716353"/>
                  <a:gd name="csX8" fmla="*/ 10160 w 8524242"/>
                  <a:gd name="csY8" fmla="*/ 343329 h 4716353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31727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40871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77302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57998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7626"/>
                  <a:gd name="csX1" fmla="*/ 773024 w 8514082"/>
                  <a:gd name="csY1" fmla="*/ 11610 h 4717626"/>
                  <a:gd name="csX2" fmla="*/ 7954418 w 8514082"/>
                  <a:gd name="csY2" fmla="*/ 21770 h 4717626"/>
                  <a:gd name="csX3" fmla="*/ 8514082 w 8514082"/>
                  <a:gd name="csY3" fmla="*/ 408714 h 4717626"/>
                  <a:gd name="csX4" fmla="*/ 8473442 w 8514082"/>
                  <a:gd name="csY4" fmla="*/ 4364314 h 4717626"/>
                  <a:gd name="csX5" fmla="*/ 7720738 w 8514082"/>
                  <a:gd name="csY5" fmla="*/ 4710618 h 4717626"/>
                  <a:gd name="csX6" fmla="*/ 579984 w 8514082"/>
                  <a:gd name="csY6" fmla="*/ 4710618 h 4717626"/>
                  <a:gd name="csX7" fmla="*/ 0 w 8514082"/>
                  <a:gd name="csY7" fmla="*/ 4354154 h 4717626"/>
                  <a:gd name="csX8" fmla="*/ 0 w 8514082"/>
                  <a:gd name="csY8" fmla="*/ 337594 h 4717626"/>
                  <a:gd name="csX0" fmla="*/ 0 w 8514082"/>
                  <a:gd name="csY0" fmla="*/ 337594 h 4725929"/>
                  <a:gd name="csX1" fmla="*/ 773024 w 8514082"/>
                  <a:gd name="csY1" fmla="*/ 11610 h 4725929"/>
                  <a:gd name="csX2" fmla="*/ 7954418 w 8514082"/>
                  <a:gd name="csY2" fmla="*/ 21770 h 4725929"/>
                  <a:gd name="csX3" fmla="*/ 8514082 w 8514082"/>
                  <a:gd name="csY3" fmla="*/ 408714 h 4725929"/>
                  <a:gd name="csX4" fmla="*/ 8473442 w 8514082"/>
                  <a:gd name="csY4" fmla="*/ 4364314 h 4725929"/>
                  <a:gd name="csX5" fmla="*/ 7954418 w 8514082"/>
                  <a:gd name="csY5" fmla="*/ 4720778 h 4725929"/>
                  <a:gd name="csX6" fmla="*/ 579984 w 8514082"/>
                  <a:gd name="csY6" fmla="*/ 4710618 h 4725929"/>
                  <a:gd name="csX7" fmla="*/ 0 w 8514082"/>
                  <a:gd name="csY7" fmla="*/ 4354154 h 4725929"/>
                  <a:gd name="csX8" fmla="*/ 0 w 8514082"/>
                  <a:gd name="csY8" fmla="*/ 337594 h 4725929"/>
                  <a:gd name="csX0" fmla="*/ 0 w 8514082"/>
                  <a:gd name="csY0" fmla="*/ 337594 h 4720842"/>
                  <a:gd name="csX1" fmla="*/ 773024 w 8514082"/>
                  <a:gd name="csY1" fmla="*/ 11610 h 4720842"/>
                  <a:gd name="csX2" fmla="*/ 7954418 w 8514082"/>
                  <a:gd name="csY2" fmla="*/ 21770 h 4720842"/>
                  <a:gd name="csX3" fmla="*/ 8514082 w 8514082"/>
                  <a:gd name="csY3" fmla="*/ 408714 h 4720842"/>
                  <a:gd name="csX4" fmla="*/ 8473442 w 8514082"/>
                  <a:gd name="csY4" fmla="*/ 4303354 h 4720842"/>
                  <a:gd name="csX5" fmla="*/ 7954418 w 8514082"/>
                  <a:gd name="csY5" fmla="*/ 4720778 h 4720842"/>
                  <a:gd name="csX6" fmla="*/ 579984 w 8514082"/>
                  <a:gd name="csY6" fmla="*/ 4710618 h 4720842"/>
                  <a:gd name="csX7" fmla="*/ 0 w 8514082"/>
                  <a:gd name="csY7" fmla="*/ 4354154 h 4720842"/>
                  <a:gd name="csX8" fmla="*/ 0 w 851408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0871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2903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83602" h="4720842">
                    <a:moveTo>
                      <a:pt x="0" y="337594"/>
                    </a:moveTo>
                    <a:cubicBezTo>
                      <a:pt x="0" y="-94947"/>
                      <a:pt x="340483" y="11610"/>
                      <a:pt x="773024" y="11610"/>
                    </a:cubicBezTo>
                    <a:lnTo>
                      <a:pt x="7954418" y="21770"/>
                    </a:lnTo>
                    <a:cubicBezTo>
                      <a:pt x="8386959" y="21770"/>
                      <a:pt x="8483602" y="-3507"/>
                      <a:pt x="8483602" y="429034"/>
                    </a:cubicBezTo>
                    <a:cubicBezTo>
                      <a:pt x="8480215" y="1632421"/>
                      <a:pt x="8476829" y="3099967"/>
                      <a:pt x="8473442" y="4303354"/>
                    </a:cubicBezTo>
                    <a:cubicBezTo>
                      <a:pt x="8473442" y="4735895"/>
                      <a:pt x="8386959" y="4720778"/>
                      <a:pt x="7954418" y="4720778"/>
                    </a:cubicBezTo>
                    <a:lnTo>
                      <a:pt x="579984" y="4710618"/>
                    </a:lnTo>
                    <a:cubicBezTo>
                      <a:pt x="147443" y="4710618"/>
                      <a:pt x="0" y="4786695"/>
                      <a:pt x="0" y="4354154"/>
                    </a:cubicBezTo>
                    <a:lnTo>
                      <a:pt x="0" y="337594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pic>
            <p:nvPicPr>
              <p:cNvPr id="61" name="Obrázek 60" descr="test-TrainGraph1.png">
                <a:extLst>
                  <a:ext uri="{FF2B5EF4-FFF2-40B4-BE49-F238E27FC236}">
                    <a16:creationId xmlns:a16="http://schemas.microsoft.com/office/drawing/2014/main" id="{99A86520-5592-C8AA-9B83-D80E5593BC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7040" y="1718108"/>
                <a:ext cx="8103808" cy="4558392"/>
              </a:xfrm>
              <a:prstGeom prst="rect">
                <a:avLst/>
              </a:prstGeom>
            </p:spPr>
          </p:pic>
        </p:grpSp>
        <p:grpSp>
          <p:nvGrpSpPr>
            <p:cNvPr id="11" name="Skupina 10">
              <a:extLst>
                <a:ext uri="{FF2B5EF4-FFF2-40B4-BE49-F238E27FC236}">
                  <a16:creationId xmlns:a16="http://schemas.microsoft.com/office/drawing/2014/main" id="{6E70D391-7EB3-215B-D338-592FA1049C05}"/>
                </a:ext>
              </a:extLst>
            </p:cNvPr>
            <p:cNvGrpSpPr/>
            <p:nvPr/>
          </p:nvGrpSpPr>
          <p:grpSpPr>
            <a:xfrm>
              <a:off x="5343957" y="6445200"/>
              <a:ext cx="1504081" cy="400110"/>
              <a:chOff x="5488399" y="6445200"/>
              <a:chExt cx="1504081" cy="400110"/>
            </a:xfrm>
          </p:grpSpPr>
          <p:sp>
            <p:nvSpPr>
              <p:cNvPr id="6" name="Obdélník: se zakulacenými rohy 5">
                <a:extLst>
                  <a:ext uri="{FF2B5EF4-FFF2-40B4-BE49-F238E27FC236}">
                    <a16:creationId xmlns:a16="http://schemas.microsoft.com/office/drawing/2014/main" id="{08DE603B-BBE8-EE02-ADFD-EAD3C12DBC51}"/>
                  </a:ext>
                </a:extLst>
              </p:cNvPr>
              <p:cNvSpPr/>
              <p:nvPr/>
            </p:nvSpPr>
            <p:spPr>
              <a:xfrm>
                <a:off x="5488399" y="6508514"/>
                <a:ext cx="1504081" cy="300766"/>
              </a:xfrm>
              <a:prstGeom prst="roundRect">
                <a:avLst/>
              </a:pr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7" name="TextovéPole 6">
                <a:extLst>
                  <a:ext uri="{FF2B5EF4-FFF2-40B4-BE49-F238E27FC236}">
                    <a16:creationId xmlns:a16="http://schemas.microsoft.com/office/drawing/2014/main" id="{26DBE124-7CBF-D73D-34FC-825DFEF28290}"/>
                  </a:ext>
                </a:extLst>
              </p:cNvPr>
              <p:cNvSpPr txBox="1"/>
              <p:nvPr/>
            </p:nvSpPr>
            <p:spPr>
              <a:xfrm>
                <a:off x="5549666" y="6445200"/>
                <a:ext cx="13815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sz="2000" dirty="0" err="1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ScottPlot</a:t>
                </a:r>
                <a:r>
                  <a:rPr lang="cs-CZ" sz="2000" dirty="0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 </a:t>
                </a:r>
              </a:p>
            </p:txBody>
          </p:sp>
        </p:grpSp>
      </p:grpSp>
      <p:grpSp>
        <p:nvGrpSpPr>
          <p:cNvPr id="17" name="Skupina 16">
            <a:extLst>
              <a:ext uri="{FF2B5EF4-FFF2-40B4-BE49-F238E27FC236}">
                <a16:creationId xmlns:a16="http://schemas.microsoft.com/office/drawing/2014/main" id="{76F2607C-8D50-3506-F827-382EC494E7BA}"/>
              </a:ext>
            </a:extLst>
          </p:cNvPr>
          <p:cNvGrpSpPr/>
          <p:nvPr/>
        </p:nvGrpSpPr>
        <p:grpSpPr>
          <a:xfrm>
            <a:off x="-14400000" y="1656000"/>
            <a:ext cx="8483602" cy="5192925"/>
            <a:chOff x="1732043" y="1652385"/>
            <a:chExt cx="8483602" cy="5192925"/>
          </a:xfrm>
        </p:grpSpPr>
        <p:grpSp>
          <p:nvGrpSpPr>
            <p:cNvPr id="18" name="Skupina 17">
              <a:extLst>
                <a:ext uri="{FF2B5EF4-FFF2-40B4-BE49-F238E27FC236}">
                  <a16:creationId xmlns:a16="http://schemas.microsoft.com/office/drawing/2014/main" id="{175BA542-6B95-5E25-7FAD-614121963874}"/>
                </a:ext>
              </a:extLst>
            </p:cNvPr>
            <p:cNvGrpSpPr/>
            <p:nvPr/>
          </p:nvGrpSpPr>
          <p:grpSpPr>
            <a:xfrm>
              <a:off x="1732043" y="1652385"/>
              <a:ext cx="8483602" cy="4720842"/>
              <a:chOff x="1732043" y="1652385"/>
              <a:chExt cx="8483602" cy="4720842"/>
            </a:xfrm>
          </p:grpSpPr>
          <p:sp>
            <p:nvSpPr>
              <p:cNvPr id="24" name="Obdélník: se zakulacenými rohy 55">
                <a:extLst>
                  <a:ext uri="{FF2B5EF4-FFF2-40B4-BE49-F238E27FC236}">
                    <a16:creationId xmlns:a16="http://schemas.microsoft.com/office/drawing/2014/main" id="{3B86B42E-88BB-01A3-C803-307253E66CFF}"/>
                  </a:ext>
                </a:extLst>
              </p:cNvPr>
              <p:cNvSpPr/>
              <p:nvPr/>
            </p:nvSpPr>
            <p:spPr>
              <a:xfrm>
                <a:off x="1732043" y="1652385"/>
                <a:ext cx="8483602" cy="4720842"/>
              </a:xfrm>
              <a:custGeom>
                <a:avLst/>
                <a:gdLst>
                  <a:gd name="csX0" fmla="*/ 0 w 8514082"/>
                  <a:gd name="csY0" fmla="*/ 783184 h 4699008"/>
                  <a:gd name="csX1" fmla="*/ 783184 w 8514082"/>
                  <a:gd name="csY1" fmla="*/ 0 h 4699008"/>
                  <a:gd name="csX2" fmla="*/ 7730898 w 8514082"/>
                  <a:gd name="csY2" fmla="*/ 0 h 4699008"/>
                  <a:gd name="csX3" fmla="*/ 8514082 w 8514082"/>
                  <a:gd name="csY3" fmla="*/ 783184 h 4699008"/>
                  <a:gd name="csX4" fmla="*/ 8514082 w 8514082"/>
                  <a:gd name="csY4" fmla="*/ 3915824 h 4699008"/>
                  <a:gd name="csX5" fmla="*/ 7730898 w 8514082"/>
                  <a:gd name="csY5" fmla="*/ 4699008 h 4699008"/>
                  <a:gd name="csX6" fmla="*/ 783184 w 8514082"/>
                  <a:gd name="csY6" fmla="*/ 4699008 h 4699008"/>
                  <a:gd name="csX7" fmla="*/ 0 w 8514082"/>
                  <a:gd name="csY7" fmla="*/ 3915824 h 4699008"/>
                  <a:gd name="csX8" fmla="*/ 0 w 8514082"/>
                  <a:gd name="csY8" fmla="*/ 783184 h 4699008"/>
                  <a:gd name="csX0" fmla="*/ 10160 w 8514082"/>
                  <a:gd name="csY0" fmla="*/ 337593 h 4710617"/>
                  <a:gd name="csX1" fmla="*/ 783184 w 8514082"/>
                  <a:gd name="csY1" fmla="*/ 11609 h 4710617"/>
                  <a:gd name="csX2" fmla="*/ 7730898 w 8514082"/>
                  <a:gd name="csY2" fmla="*/ 11609 h 4710617"/>
                  <a:gd name="csX3" fmla="*/ 8514082 w 8514082"/>
                  <a:gd name="csY3" fmla="*/ 794793 h 4710617"/>
                  <a:gd name="csX4" fmla="*/ 8514082 w 8514082"/>
                  <a:gd name="csY4" fmla="*/ 3927433 h 4710617"/>
                  <a:gd name="csX5" fmla="*/ 7730898 w 8514082"/>
                  <a:gd name="csY5" fmla="*/ 4710617 h 4710617"/>
                  <a:gd name="csX6" fmla="*/ 783184 w 8514082"/>
                  <a:gd name="csY6" fmla="*/ 4710617 h 4710617"/>
                  <a:gd name="csX7" fmla="*/ 0 w 8514082"/>
                  <a:gd name="csY7" fmla="*/ 3927433 h 4710617"/>
                  <a:gd name="csX8" fmla="*/ 10160 w 8514082"/>
                  <a:gd name="csY8" fmla="*/ 337593 h 4710617"/>
                  <a:gd name="csX0" fmla="*/ 10160 w 8524242"/>
                  <a:gd name="csY0" fmla="*/ 343329 h 4716353"/>
                  <a:gd name="csX1" fmla="*/ 783184 w 8524242"/>
                  <a:gd name="csY1" fmla="*/ 17345 h 4716353"/>
                  <a:gd name="csX2" fmla="*/ 7730898 w 8524242"/>
                  <a:gd name="csY2" fmla="*/ 17345 h 4716353"/>
                  <a:gd name="csX3" fmla="*/ 8524242 w 8524242"/>
                  <a:gd name="csY3" fmla="*/ 323009 h 4716353"/>
                  <a:gd name="csX4" fmla="*/ 8514082 w 8524242"/>
                  <a:gd name="csY4" fmla="*/ 3933169 h 4716353"/>
                  <a:gd name="csX5" fmla="*/ 7730898 w 8524242"/>
                  <a:gd name="csY5" fmla="*/ 4716353 h 4716353"/>
                  <a:gd name="csX6" fmla="*/ 783184 w 8524242"/>
                  <a:gd name="csY6" fmla="*/ 4716353 h 4716353"/>
                  <a:gd name="csX7" fmla="*/ 0 w 8524242"/>
                  <a:gd name="csY7" fmla="*/ 3933169 h 4716353"/>
                  <a:gd name="csX8" fmla="*/ 10160 w 8524242"/>
                  <a:gd name="csY8" fmla="*/ 343329 h 4716353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31727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40871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77302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57998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7626"/>
                  <a:gd name="csX1" fmla="*/ 773024 w 8514082"/>
                  <a:gd name="csY1" fmla="*/ 11610 h 4717626"/>
                  <a:gd name="csX2" fmla="*/ 7954418 w 8514082"/>
                  <a:gd name="csY2" fmla="*/ 21770 h 4717626"/>
                  <a:gd name="csX3" fmla="*/ 8514082 w 8514082"/>
                  <a:gd name="csY3" fmla="*/ 408714 h 4717626"/>
                  <a:gd name="csX4" fmla="*/ 8473442 w 8514082"/>
                  <a:gd name="csY4" fmla="*/ 4364314 h 4717626"/>
                  <a:gd name="csX5" fmla="*/ 7720738 w 8514082"/>
                  <a:gd name="csY5" fmla="*/ 4710618 h 4717626"/>
                  <a:gd name="csX6" fmla="*/ 579984 w 8514082"/>
                  <a:gd name="csY6" fmla="*/ 4710618 h 4717626"/>
                  <a:gd name="csX7" fmla="*/ 0 w 8514082"/>
                  <a:gd name="csY7" fmla="*/ 4354154 h 4717626"/>
                  <a:gd name="csX8" fmla="*/ 0 w 8514082"/>
                  <a:gd name="csY8" fmla="*/ 337594 h 4717626"/>
                  <a:gd name="csX0" fmla="*/ 0 w 8514082"/>
                  <a:gd name="csY0" fmla="*/ 337594 h 4725929"/>
                  <a:gd name="csX1" fmla="*/ 773024 w 8514082"/>
                  <a:gd name="csY1" fmla="*/ 11610 h 4725929"/>
                  <a:gd name="csX2" fmla="*/ 7954418 w 8514082"/>
                  <a:gd name="csY2" fmla="*/ 21770 h 4725929"/>
                  <a:gd name="csX3" fmla="*/ 8514082 w 8514082"/>
                  <a:gd name="csY3" fmla="*/ 408714 h 4725929"/>
                  <a:gd name="csX4" fmla="*/ 8473442 w 8514082"/>
                  <a:gd name="csY4" fmla="*/ 4364314 h 4725929"/>
                  <a:gd name="csX5" fmla="*/ 7954418 w 8514082"/>
                  <a:gd name="csY5" fmla="*/ 4720778 h 4725929"/>
                  <a:gd name="csX6" fmla="*/ 579984 w 8514082"/>
                  <a:gd name="csY6" fmla="*/ 4710618 h 4725929"/>
                  <a:gd name="csX7" fmla="*/ 0 w 8514082"/>
                  <a:gd name="csY7" fmla="*/ 4354154 h 4725929"/>
                  <a:gd name="csX8" fmla="*/ 0 w 8514082"/>
                  <a:gd name="csY8" fmla="*/ 337594 h 4725929"/>
                  <a:gd name="csX0" fmla="*/ 0 w 8514082"/>
                  <a:gd name="csY0" fmla="*/ 337594 h 4720842"/>
                  <a:gd name="csX1" fmla="*/ 773024 w 8514082"/>
                  <a:gd name="csY1" fmla="*/ 11610 h 4720842"/>
                  <a:gd name="csX2" fmla="*/ 7954418 w 8514082"/>
                  <a:gd name="csY2" fmla="*/ 21770 h 4720842"/>
                  <a:gd name="csX3" fmla="*/ 8514082 w 8514082"/>
                  <a:gd name="csY3" fmla="*/ 408714 h 4720842"/>
                  <a:gd name="csX4" fmla="*/ 8473442 w 8514082"/>
                  <a:gd name="csY4" fmla="*/ 4303354 h 4720842"/>
                  <a:gd name="csX5" fmla="*/ 7954418 w 8514082"/>
                  <a:gd name="csY5" fmla="*/ 4720778 h 4720842"/>
                  <a:gd name="csX6" fmla="*/ 579984 w 8514082"/>
                  <a:gd name="csY6" fmla="*/ 4710618 h 4720842"/>
                  <a:gd name="csX7" fmla="*/ 0 w 8514082"/>
                  <a:gd name="csY7" fmla="*/ 4354154 h 4720842"/>
                  <a:gd name="csX8" fmla="*/ 0 w 851408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0871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2903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83602" h="4720842">
                    <a:moveTo>
                      <a:pt x="0" y="337594"/>
                    </a:moveTo>
                    <a:cubicBezTo>
                      <a:pt x="0" y="-94947"/>
                      <a:pt x="340483" y="11610"/>
                      <a:pt x="773024" y="11610"/>
                    </a:cubicBezTo>
                    <a:lnTo>
                      <a:pt x="7954418" y="21770"/>
                    </a:lnTo>
                    <a:cubicBezTo>
                      <a:pt x="8386959" y="21770"/>
                      <a:pt x="8483602" y="-3507"/>
                      <a:pt x="8483602" y="429034"/>
                    </a:cubicBezTo>
                    <a:cubicBezTo>
                      <a:pt x="8480215" y="1632421"/>
                      <a:pt x="8476829" y="3099967"/>
                      <a:pt x="8473442" y="4303354"/>
                    </a:cubicBezTo>
                    <a:cubicBezTo>
                      <a:pt x="8473442" y="4735895"/>
                      <a:pt x="8386959" y="4720778"/>
                      <a:pt x="7954418" y="4720778"/>
                    </a:cubicBezTo>
                    <a:lnTo>
                      <a:pt x="579984" y="4710618"/>
                    </a:lnTo>
                    <a:cubicBezTo>
                      <a:pt x="147443" y="4710618"/>
                      <a:pt x="0" y="4786695"/>
                      <a:pt x="0" y="4354154"/>
                    </a:cubicBezTo>
                    <a:lnTo>
                      <a:pt x="0" y="337594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pic>
            <p:nvPicPr>
              <p:cNvPr id="27" name="Obrázek 26">
                <a:extLst>
                  <a:ext uri="{FF2B5EF4-FFF2-40B4-BE49-F238E27FC236}">
                    <a16:creationId xmlns:a16="http://schemas.microsoft.com/office/drawing/2014/main" id="{C8D2295D-097E-9EDF-AB96-CC94D47520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17581" y="1718107"/>
                <a:ext cx="8112525" cy="4563296"/>
              </a:xfrm>
              <a:prstGeom prst="rect">
                <a:avLst/>
              </a:prstGeom>
            </p:spPr>
          </p:pic>
        </p:grpSp>
        <p:grpSp>
          <p:nvGrpSpPr>
            <p:cNvPr id="20" name="Skupina 19">
              <a:extLst>
                <a:ext uri="{FF2B5EF4-FFF2-40B4-BE49-F238E27FC236}">
                  <a16:creationId xmlns:a16="http://schemas.microsoft.com/office/drawing/2014/main" id="{021CA54D-DA98-ABB0-E852-83B7A2FA1D52}"/>
                </a:ext>
              </a:extLst>
            </p:cNvPr>
            <p:cNvGrpSpPr/>
            <p:nvPr/>
          </p:nvGrpSpPr>
          <p:grpSpPr>
            <a:xfrm>
              <a:off x="5343957" y="6445200"/>
              <a:ext cx="1504081" cy="400110"/>
              <a:chOff x="5488399" y="6445200"/>
              <a:chExt cx="1504081" cy="400110"/>
            </a:xfrm>
          </p:grpSpPr>
          <p:sp>
            <p:nvSpPr>
              <p:cNvPr id="22" name="Obdélník: se zakulacenými rohy 21">
                <a:extLst>
                  <a:ext uri="{FF2B5EF4-FFF2-40B4-BE49-F238E27FC236}">
                    <a16:creationId xmlns:a16="http://schemas.microsoft.com/office/drawing/2014/main" id="{02BBD88E-4732-7915-9171-AD4C774973D8}"/>
                  </a:ext>
                </a:extLst>
              </p:cNvPr>
              <p:cNvSpPr/>
              <p:nvPr/>
            </p:nvSpPr>
            <p:spPr>
              <a:xfrm>
                <a:off x="5488399" y="6508514"/>
                <a:ext cx="1504081" cy="300766"/>
              </a:xfrm>
              <a:prstGeom prst="roundRect">
                <a:avLst/>
              </a:pr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23" name="TextovéPole 22">
                <a:extLst>
                  <a:ext uri="{FF2B5EF4-FFF2-40B4-BE49-F238E27FC236}">
                    <a16:creationId xmlns:a16="http://schemas.microsoft.com/office/drawing/2014/main" id="{5E0D7675-91F2-A5FC-67B4-A51A803E1503}"/>
                  </a:ext>
                </a:extLst>
              </p:cNvPr>
              <p:cNvSpPr txBox="1"/>
              <p:nvPr/>
            </p:nvSpPr>
            <p:spPr>
              <a:xfrm>
                <a:off x="5549666" y="6445200"/>
                <a:ext cx="13815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sz="2000" dirty="0" err="1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ScottPlot</a:t>
                </a:r>
                <a:r>
                  <a:rPr lang="cs-CZ" sz="2000" dirty="0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1959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C11CB-87D5-7649-951B-390B158A1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5563CB-2BE2-476C-D364-FB22E953EB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EDA7F2D-C2C1-7392-7726-7EDD05078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AFC4C9B-A475-259F-8914-496D8DF48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TextovéPole 18">
            <a:extLst>
              <a:ext uri="{FF2B5EF4-FFF2-40B4-BE49-F238E27FC236}">
                <a16:creationId xmlns:a16="http://schemas.microsoft.com/office/drawing/2014/main" id="{F65359F5-0FE7-8D0F-8F6F-80A0E56CE41C}"/>
              </a:ext>
            </a:extLst>
          </p:cNvPr>
          <p:cNvSpPr txBox="1"/>
          <p:nvPr/>
        </p:nvSpPr>
        <p:spPr>
          <a:xfrm>
            <a:off x="3375185" y="1244231"/>
            <a:ext cx="5655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cs-CZ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grpSp>
        <p:nvGrpSpPr>
          <p:cNvPr id="52" name="Skupina 51">
            <a:extLst>
              <a:ext uri="{FF2B5EF4-FFF2-40B4-BE49-F238E27FC236}">
                <a16:creationId xmlns:a16="http://schemas.microsoft.com/office/drawing/2014/main" id="{8A3BC57A-9DB2-EEF1-88D4-E58F0D1E11EB}"/>
              </a:ext>
            </a:extLst>
          </p:cNvPr>
          <p:cNvGrpSpPr/>
          <p:nvPr/>
        </p:nvGrpSpPr>
        <p:grpSpPr>
          <a:xfrm>
            <a:off x="3448845" y="290124"/>
            <a:ext cx="5050000" cy="2308324"/>
            <a:chOff x="3956302" y="399871"/>
            <a:chExt cx="3455354" cy="2308324"/>
          </a:xfrm>
        </p:grpSpPr>
        <p:sp>
          <p:nvSpPr>
            <p:cNvPr id="53" name="Obdélník: se zakulacenými rohy 52">
              <a:extLst>
                <a:ext uri="{FF2B5EF4-FFF2-40B4-BE49-F238E27FC236}">
                  <a16:creationId xmlns:a16="http://schemas.microsoft.com/office/drawing/2014/main" id="{6BD5FBC4-7EB1-60D6-1C10-A0E07BC68960}"/>
                </a:ext>
              </a:extLst>
            </p:cNvPr>
            <p:cNvSpPr/>
            <p:nvPr/>
          </p:nvSpPr>
          <p:spPr>
            <a:xfrm>
              <a:off x="3956302" y="492826"/>
              <a:ext cx="3455354" cy="111938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4" name="TextovéPole 53">
              <a:extLst>
                <a:ext uri="{FF2B5EF4-FFF2-40B4-BE49-F238E27FC236}">
                  <a16:creationId xmlns:a16="http://schemas.microsoft.com/office/drawing/2014/main" id="{133EF0A1-6424-E7D2-D3A4-36DA2D96ED46}"/>
                </a:ext>
              </a:extLst>
            </p:cNvPr>
            <p:cNvSpPr txBox="1"/>
            <p:nvPr/>
          </p:nvSpPr>
          <p:spPr>
            <a:xfrm>
              <a:off x="4097053" y="399871"/>
              <a:ext cx="317385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Výsledky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15" name="Skupina 14">
            <a:extLst>
              <a:ext uri="{FF2B5EF4-FFF2-40B4-BE49-F238E27FC236}">
                <a16:creationId xmlns:a16="http://schemas.microsoft.com/office/drawing/2014/main" id="{7DCBA685-5C18-6791-BA26-9EB263EF2820}"/>
              </a:ext>
            </a:extLst>
          </p:cNvPr>
          <p:cNvGrpSpPr/>
          <p:nvPr/>
        </p:nvGrpSpPr>
        <p:grpSpPr>
          <a:xfrm>
            <a:off x="450696" y="-3600000"/>
            <a:ext cx="5999721" cy="2308324"/>
            <a:chOff x="450696" y="87004"/>
            <a:chExt cx="5999721" cy="2308324"/>
          </a:xfrm>
        </p:grpSpPr>
        <p:sp>
          <p:nvSpPr>
            <p:cNvPr id="16" name="Obdélník: se zakulacenými rohy 15">
              <a:extLst>
                <a:ext uri="{FF2B5EF4-FFF2-40B4-BE49-F238E27FC236}">
                  <a16:creationId xmlns:a16="http://schemas.microsoft.com/office/drawing/2014/main" id="{9AEFCB54-07CE-2FE2-3023-1ACFAB051801}"/>
                </a:ext>
              </a:extLst>
            </p:cNvPr>
            <p:cNvSpPr/>
            <p:nvPr/>
          </p:nvSpPr>
          <p:spPr>
            <a:xfrm>
              <a:off x="450696" y="179959"/>
              <a:ext cx="5999721" cy="111938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7" name="TextovéPole 16">
              <a:extLst>
                <a:ext uri="{FF2B5EF4-FFF2-40B4-BE49-F238E27FC236}">
                  <a16:creationId xmlns:a16="http://schemas.microsoft.com/office/drawing/2014/main" id="{5781E485-6234-F3C4-0E5E-0185D793AADB}"/>
                </a:ext>
              </a:extLst>
            </p:cNvPr>
            <p:cNvSpPr txBox="1"/>
            <p:nvPr/>
          </p:nvSpPr>
          <p:spPr>
            <a:xfrm>
              <a:off x="695090" y="87004"/>
              <a:ext cx="5510932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Konfigurace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23" name="Skupina 22">
            <a:extLst>
              <a:ext uri="{FF2B5EF4-FFF2-40B4-BE49-F238E27FC236}">
                <a16:creationId xmlns:a16="http://schemas.microsoft.com/office/drawing/2014/main" id="{299C41B0-AC8A-FF52-3972-8CF900E823B8}"/>
              </a:ext>
            </a:extLst>
          </p:cNvPr>
          <p:cNvGrpSpPr/>
          <p:nvPr/>
        </p:nvGrpSpPr>
        <p:grpSpPr>
          <a:xfrm>
            <a:off x="-13374777" y="1718107"/>
            <a:ext cx="3795805" cy="853283"/>
            <a:chOff x="1400536" y="3044142"/>
            <a:chExt cx="3795805" cy="853283"/>
          </a:xfrm>
        </p:grpSpPr>
        <p:sp>
          <p:nvSpPr>
            <p:cNvPr id="24" name="Obdélník: se zakulacenými rohy 23">
              <a:extLst>
                <a:ext uri="{FF2B5EF4-FFF2-40B4-BE49-F238E27FC236}">
                  <a16:creationId xmlns:a16="http://schemas.microsoft.com/office/drawing/2014/main" id="{92CA11F0-2665-7B36-C88F-774CA25AFC24}"/>
                </a:ext>
              </a:extLst>
            </p:cNvPr>
            <p:cNvSpPr/>
            <p:nvPr/>
          </p:nvSpPr>
          <p:spPr>
            <a:xfrm>
              <a:off x="1400536" y="3044142"/>
              <a:ext cx="3658833" cy="853283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27" name="TextovéPole 26">
              <a:extLst>
                <a:ext uri="{FF2B5EF4-FFF2-40B4-BE49-F238E27FC236}">
                  <a16:creationId xmlns:a16="http://schemas.microsoft.com/office/drawing/2014/main" id="{FAA611A8-657E-F1C7-D6F3-69603CE01E78}"/>
                </a:ext>
              </a:extLst>
            </p:cNvPr>
            <p:cNvSpPr txBox="1"/>
            <p:nvPr/>
          </p:nvSpPr>
          <p:spPr>
            <a:xfrm>
              <a:off x="1400536" y="3275450"/>
              <a:ext cx="37958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Možnost upravovat přes příkazy</a:t>
              </a:r>
            </a:p>
          </p:txBody>
        </p:sp>
      </p:grpSp>
      <p:grpSp>
        <p:nvGrpSpPr>
          <p:cNvPr id="28" name="Skupina 27">
            <a:extLst>
              <a:ext uri="{FF2B5EF4-FFF2-40B4-BE49-F238E27FC236}">
                <a16:creationId xmlns:a16="http://schemas.microsoft.com/office/drawing/2014/main" id="{CDC27F80-02C4-8C67-E197-B305719AE2DA}"/>
              </a:ext>
            </a:extLst>
          </p:cNvPr>
          <p:cNvGrpSpPr/>
          <p:nvPr/>
        </p:nvGrpSpPr>
        <p:grpSpPr>
          <a:xfrm>
            <a:off x="-13994321" y="2814089"/>
            <a:ext cx="4858037" cy="2071783"/>
            <a:chOff x="940879" y="3186017"/>
            <a:chExt cx="4858037" cy="2071783"/>
          </a:xfrm>
        </p:grpSpPr>
        <p:sp>
          <p:nvSpPr>
            <p:cNvPr id="29" name="Obdélník: se zakulacenými rohy 17">
              <a:extLst>
                <a:ext uri="{FF2B5EF4-FFF2-40B4-BE49-F238E27FC236}">
                  <a16:creationId xmlns:a16="http://schemas.microsoft.com/office/drawing/2014/main" id="{EC7DA4DE-50B4-F611-1F85-38DD33E197AF}"/>
                </a:ext>
              </a:extLst>
            </p:cNvPr>
            <p:cNvSpPr/>
            <p:nvPr/>
          </p:nvSpPr>
          <p:spPr>
            <a:xfrm>
              <a:off x="940879" y="3186017"/>
              <a:ext cx="4858037" cy="2071783"/>
            </a:xfrm>
            <a:custGeom>
              <a:avLst/>
              <a:gdLst>
                <a:gd name="csX0" fmla="*/ 0 w 4105088"/>
                <a:gd name="csY0" fmla="*/ 684195 h 6684185"/>
                <a:gd name="csX1" fmla="*/ 684195 w 4105088"/>
                <a:gd name="csY1" fmla="*/ 0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684195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417978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417978 h 6684185"/>
                <a:gd name="csX0" fmla="*/ 0 w 4105094"/>
                <a:gd name="csY0" fmla="*/ 406404 h 6672611"/>
                <a:gd name="csX1" fmla="*/ 406402 w 4105094"/>
                <a:gd name="csY1" fmla="*/ 0 h 6672611"/>
                <a:gd name="csX2" fmla="*/ 3733409 w 4105094"/>
                <a:gd name="csY2" fmla="*/ 0 h 6672611"/>
                <a:gd name="csX3" fmla="*/ 4105088 w 4105094"/>
                <a:gd name="csY3" fmla="*/ 672621 h 6672611"/>
                <a:gd name="csX4" fmla="*/ 4105088 w 4105094"/>
                <a:gd name="csY4" fmla="*/ 5988416 h 6672611"/>
                <a:gd name="csX5" fmla="*/ 3420893 w 4105094"/>
                <a:gd name="csY5" fmla="*/ 6672611 h 6672611"/>
                <a:gd name="csX6" fmla="*/ 684195 w 4105094"/>
                <a:gd name="csY6" fmla="*/ 6672611 h 6672611"/>
                <a:gd name="csX7" fmla="*/ 0 w 4105094"/>
                <a:gd name="csY7" fmla="*/ 5988416 h 6672611"/>
                <a:gd name="csX8" fmla="*/ 0 w 4105094"/>
                <a:gd name="csY8" fmla="*/ 406404 h 6672611"/>
                <a:gd name="csX0" fmla="*/ 0 w 4105088"/>
                <a:gd name="csY0" fmla="*/ 406404 h 6672611"/>
                <a:gd name="csX1" fmla="*/ 406402 w 4105088"/>
                <a:gd name="csY1" fmla="*/ 0 h 6672611"/>
                <a:gd name="csX2" fmla="*/ 3733409 w 4105088"/>
                <a:gd name="csY2" fmla="*/ 0 h 6672611"/>
                <a:gd name="csX3" fmla="*/ 4093513 w 4105088"/>
                <a:gd name="csY3" fmla="*/ 394829 h 6672611"/>
                <a:gd name="csX4" fmla="*/ 4105088 w 4105088"/>
                <a:gd name="csY4" fmla="*/ 5988416 h 6672611"/>
                <a:gd name="csX5" fmla="*/ 3420893 w 4105088"/>
                <a:gd name="csY5" fmla="*/ 6672611 h 6672611"/>
                <a:gd name="csX6" fmla="*/ 684195 w 4105088"/>
                <a:gd name="csY6" fmla="*/ 6672611 h 6672611"/>
                <a:gd name="csX7" fmla="*/ 0 w 4105088"/>
                <a:gd name="csY7" fmla="*/ 5988416 h 6672611"/>
                <a:gd name="csX8" fmla="*/ 0 w 4105088"/>
                <a:gd name="csY8" fmla="*/ 406404 h 6672611"/>
                <a:gd name="csX0" fmla="*/ 0 w 4105088"/>
                <a:gd name="csY0" fmla="*/ 406404 h 6672617"/>
                <a:gd name="csX1" fmla="*/ 406402 w 4105088"/>
                <a:gd name="csY1" fmla="*/ 0 h 6672617"/>
                <a:gd name="csX2" fmla="*/ 3733409 w 4105088"/>
                <a:gd name="csY2" fmla="*/ 0 h 6672617"/>
                <a:gd name="csX3" fmla="*/ 4093513 w 4105088"/>
                <a:gd name="csY3" fmla="*/ 394829 h 6672617"/>
                <a:gd name="csX4" fmla="*/ 4105088 w 4105088"/>
                <a:gd name="csY4" fmla="*/ 6300932 h 6672617"/>
                <a:gd name="csX5" fmla="*/ 3420893 w 4105088"/>
                <a:gd name="csY5" fmla="*/ 6672611 h 6672617"/>
                <a:gd name="csX6" fmla="*/ 684195 w 4105088"/>
                <a:gd name="csY6" fmla="*/ 6672611 h 6672617"/>
                <a:gd name="csX7" fmla="*/ 0 w 4105088"/>
                <a:gd name="csY7" fmla="*/ 5988416 h 6672617"/>
                <a:gd name="csX8" fmla="*/ 0 w 4105088"/>
                <a:gd name="csY8" fmla="*/ 406404 h 6672617"/>
                <a:gd name="csX0" fmla="*/ 0 w 4105618"/>
                <a:gd name="csY0" fmla="*/ 406404 h 6672611"/>
                <a:gd name="csX1" fmla="*/ 406402 w 4105618"/>
                <a:gd name="csY1" fmla="*/ 0 h 6672611"/>
                <a:gd name="csX2" fmla="*/ 3733409 w 4105618"/>
                <a:gd name="csY2" fmla="*/ 0 h 6672611"/>
                <a:gd name="csX3" fmla="*/ 4093513 w 4105618"/>
                <a:gd name="csY3" fmla="*/ 394829 h 6672611"/>
                <a:gd name="csX4" fmla="*/ 4105088 w 4105618"/>
                <a:gd name="csY4" fmla="*/ 6300932 h 6672611"/>
                <a:gd name="csX5" fmla="*/ 3756559 w 4105618"/>
                <a:gd name="csY5" fmla="*/ 6661036 h 6672611"/>
                <a:gd name="csX6" fmla="*/ 684195 w 4105618"/>
                <a:gd name="csY6" fmla="*/ 6672611 h 6672611"/>
                <a:gd name="csX7" fmla="*/ 0 w 4105618"/>
                <a:gd name="csY7" fmla="*/ 5988416 h 6672611"/>
                <a:gd name="csX8" fmla="*/ 0 w 4105618"/>
                <a:gd name="csY8" fmla="*/ 406404 h 6672611"/>
                <a:gd name="csX0" fmla="*/ 2481 w 4108099"/>
                <a:gd name="csY0" fmla="*/ 406404 h 6672611"/>
                <a:gd name="csX1" fmla="*/ 408883 w 4108099"/>
                <a:gd name="csY1" fmla="*/ 0 h 6672611"/>
                <a:gd name="csX2" fmla="*/ 3735890 w 4108099"/>
                <a:gd name="csY2" fmla="*/ 0 h 6672611"/>
                <a:gd name="csX3" fmla="*/ 4095994 w 4108099"/>
                <a:gd name="csY3" fmla="*/ 394829 h 6672611"/>
                <a:gd name="csX4" fmla="*/ 4107569 w 4108099"/>
                <a:gd name="csY4" fmla="*/ 6300932 h 6672611"/>
                <a:gd name="csX5" fmla="*/ 3759040 w 4108099"/>
                <a:gd name="csY5" fmla="*/ 6661036 h 6672611"/>
                <a:gd name="csX6" fmla="*/ 327860 w 4108099"/>
                <a:gd name="csY6" fmla="*/ 6672611 h 6672611"/>
                <a:gd name="csX7" fmla="*/ 2481 w 4108099"/>
                <a:gd name="csY7" fmla="*/ 5988416 h 6672611"/>
                <a:gd name="csX8" fmla="*/ 2481 w 4108099"/>
                <a:gd name="csY8" fmla="*/ 406404 h 6672611"/>
                <a:gd name="csX0" fmla="*/ 12871 w 4118489"/>
                <a:gd name="csY0" fmla="*/ 406404 h 6672611"/>
                <a:gd name="csX1" fmla="*/ 419273 w 4118489"/>
                <a:gd name="csY1" fmla="*/ 0 h 6672611"/>
                <a:gd name="csX2" fmla="*/ 3746280 w 4118489"/>
                <a:gd name="csY2" fmla="*/ 0 h 6672611"/>
                <a:gd name="csX3" fmla="*/ 4106384 w 4118489"/>
                <a:gd name="csY3" fmla="*/ 394829 h 6672611"/>
                <a:gd name="csX4" fmla="*/ 4117959 w 4118489"/>
                <a:gd name="csY4" fmla="*/ 6300932 h 6672611"/>
                <a:gd name="csX5" fmla="*/ 3769430 w 4118489"/>
                <a:gd name="csY5" fmla="*/ 6661036 h 6672611"/>
                <a:gd name="csX6" fmla="*/ 338250 w 4118489"/>
                <a:gd name="csY6" fmla="*/ 6672611 h 6672611"/>
                <a:gd name="csX7" fmla="*/ 1296 w 4118489"/>
                <a:gd name="csY7" fmla="*/ 6219909 h 6672611"/>
                <a:gd name="csX8" fmla="*/ 12871 w 4118489"/>
                <a:gd name="csY8" fmla="*/ 406404 h 6672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18489" h="6672611">
                  <a:moveTo>
                    <a:pt x="12871" y="406404"/>
                  </a:moveTo>
                  <a:cubicBezTo>
                    <a:pt x="12871" y="28534"/>
                    <a:pt x="41403" y="0"/>
                    <a:pt x="419273" y="0"/>
                  </a:cubicBezTo>
                  <a:lnTo>
                    <a:pt x="3746280" y="0"/>
                  </a:lnTo>
                  <a:cubicBezTo>
                    <a:pt x="4124150" y="0"/>
                    <a:pt x="4106384" y="16959"/>
                    <a:pt x="4106384" y="394829"/>
                  </a:cubicBezTo>
                  <a:cubicBezTo>
                    <a:pt x="4110242" y="2259358"/>
                    <a:pt x="4114101" y="4436403"/>
                    <a:pt x="4117959" y="6300932"/>
                  </a:cubicBezTo>
                  <a:cubicBezTo>
                    <a:pt x="4117959" y="6678802"/>
                    <a:pt x="4147300" y="6661036"/>
                    <a:pt x="3769430" y="6661036"/>
                  </a:cubicBezTo>
                  <a:lnTo>
                    <a:pt x="338250" y="6672611"/>
                  </a:lnTo>
                  <a:cubicBezTo>
                    <a:pt x="-39620" y="6672611"/>
                    <a:pt x="1296" y="6597779"/>
                    <a:pt x="1296" y="6219909"/>
                  </a:cubicBezTo>
                  <a:cubicBezTo>
                    <a:pt x="5154" y="4282074"/>
                    <a:pt x="9013" y="2344239"/>
                    <a:pt x="12871" y="406404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30" name="Obrázek 29">
              <a:extLst>
                <a:ext uri="{FF2B5EF4-FFF2-40B4-BE49-F238E27FC236}">
                  <a16:creationId xmlns:a16="http://schemas.microsoft.com/office/drawing/2014/main" id="{F06CC92F-E914-1DCF-6B1A-87D3FA5A8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4561" y="3329610"/>
              <a:ext cx="4381248" cy="1775894"/>
            </a:xfrm>
            <a:prstGeom prst="rect">
              <a:avLst/>
            </a:prstGeom>
          </p:spPr>
        </p:pic>
        <p:sp>
          <p:nvSpPr>
            <p:cNvPr id="35" name="Šipka: doleva 34">
              <a:extLst>
                <a:ext uri="{FF2B5EF4-FFF2-40B4-BE49-F238E27FC236}">
                  <a16:creationId xmlns:a16="http://schemas.microsoft.com/office/drawing/2014/main" id="{772631D2-9D2C-E5DF-E88A-D576726D0723}"/>
                </a:ext>
              </a:extLst>
            </p:cNvPr>
            <p:cNvSpPr/>
            <p:nvPr/>
          </p:nvSpPr>
          <p:spPr>
            <a:xfrm rot="483619">
              <a:off x="3053739" y="4753876"/>
              <a:ext cx="1246758" cy="484632"/>
            </a:xfrm>
            <a:prstGeom prst="lef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25" name="Skupina 24">
            <a:extLst>
              <a:ext uri="{FF2B5EF4-FFF2-40B4-BE49-F238E27FC236}">
                <a16:creationId xmlns:a16="http://schemas.microsoft.com/office/drawing/2014/main" id="{F862DE1A-76A2-7C4D-3610-E1A4A0F75D00}"/>
              </a:ext>
            </a:extLst>
          </p:cNvPr>
          <p:cNvGrpSpPr/>
          <p:nvPr/>
        </p:nvGrpSpPr>
        <p:grpSpPr>
          <a:xfrm>
            <a:off x="1732043" y="1652385"/>
            <a:ext cx="8483602" cy="5192925"/>
            <a:chOff x="1732043" y="1652385"/>
            <a:chExt cx="8483602" cy="5192925"/>
          </a:xfrm>
        </p:grpSpPr>
        <p:grpSp>
          <p:nvGrpSpPr>
            <p:cNvPr id="7" name="Skupina 6">
              <a:extLst>
                <a:ext uri="{FF2B5EF4-FFF2-40B4-BE49-F238E27FC236}">
                  <a16:creationId xmlns:a16="http://schemas.microsoft.com/office/drawing/2014/main" id="{E6209C9F-E479-2F95-18B6-478F760140C8}"/>
                </a:ext>
              </a:extLst>
            </p:cNvPr>
            <p:cNvGrpSpPr/>
            <p:nvPr/>
          </p:nvGrpSpPr>
          <p:grpSpPr>
            <a:xfrm>
              <a:off x="1732043" y="1652385"/>
              <a:ext cx="8483602" cy="4720842"/>
              <a:chOff x="1732043" y="1652385"/>
              <a:chExt cx="8483602" cy="4720842"/>
            </a:xfrm>
          </p:grpSpPr>
          <p:sp>
            <p:nvSpPr>
              <p:cNvPr id="56" name="Obdélník: se zakulacenými rohy 55">
                <a:extLst>
                  <a:ext uri="{FF2B5EF4-FFF2-40B4-BE49-F238E27FC236}">
                    <a16:creationId xmlns:a16="http://schemas.microsoft.com/office/drawing/2014/main" id="{6124D096-369D-13A8-7BD9-AEAF612F16EC}"/>
                  </a:ext>
                </a:extLst>
              </p:cNvPr>
              <p:cNvSpPr/>
              <p:nvPr/>
            </p:nvSpPr>
            <p:spPr>
              <a:xfrm>
                <a:off x="1732043" y="1652385"/>
                <a:ext cx="8483602" cy="4720842"/>
              </a:xfrm>
              <a:custGeom>
                <a:avLst/>
                <a:gdLst>
                  <a:gd name="csX0" fmla="*/ 0 w 8514082"/>
                  <a:gd name="csY0" fmla="*/ 783184 h 4699008"/>
                  <a:gd name="csX1" fmla="*/ 783184 w 8514082"/>
                  <a:gd name="csY1" fmla="*/ 0 h 4699008"/>
                  <a:gd name="csX2" fmla="*/ 7730898 w 8514082"/>
                  <a:gd name="csY2" fmla="*/ 0 h 4699008"/>
                  <a:gd name="csX3" fmla="*/ 8514082 w 8514082"/>
                  <a:gd name="csY3" fmla="*/ 783184 h 4699008"/>
                  <a:gd name="csX4" fmla="*/ 8514082 w 8514082"/>
                  <a:gd name="csY4" fmla="*/ 3915824 h 4699008"/>
                  <a:gd name="csX5" fmla="*/ 7730898 w 8514082"/>
                  <a:gd name="csY5" fmla="*/ 4699008 h 4699008"/>
                  <a:gd name="csX6" fmla="*/ 783184 w 8514082"/>
                  <a:gd name="csY6" fmla="*/ 4699008 h 4699008"/>
                  <a:gd name="csX7" fmla="*/ 0 w 8514082"/>
                  <a:gd name="csY7" fmla="*/ 3915824 h 4699008"/>
                  <a:gd name="csX8" fmla="*/ 0 w 8514082"/>
                  <a:gd name="csY8" fmla="*/ 783184 h 4699008"/>
                  <a:gd name="csX0" fmla="*/ 10160 w 8514082"/>
                  <a:gd name="csY0" fmla="*/ 337593 h 4710617"/>
                  <a:gd name="csX1" fmla="*/ 783184 w 8514082"/>
                  <a:gd name="csY1" fmla="*/ 11609 h 4710617"/>
                  <a:gd name="csX2" fmla="*/ 7730898 w 8514082"/>
                  <a:gd name="csY2" fmla="*/ 11609 h 4710617"/>
                  <a:gd name="csX3" fmla="*/ 8514082 w 8514082"/>
                  <a:gd name="csY3" fmla="*/ 794793 h 4710617"/>
                  <a:gd name="csX4" fmla="*/ 8514082 w 8514082"/>
                  <a:gd name="csY4" fmla="*/ 3927433 h 4710617"/>
                  <a:gd name="csX5" fmla="*/ 7730898 w 8514082"/>
                  <a:gd name="csY5" fmla="*/ 4710617 h 4710617"/>
                  <a:gd name="csX6" fmla="*/ 783184 w 8514082"/>
                  <a:gd name="csY6" fmla="*/ 4710617 h 4710617"/>
                  <a:gd name="csX7" fmla="*/ 0 w 8514082"/>
                  <a:gd name="csY7" fmla="*/ 3927433 h 4710617"/>
                  <a:gd name="csX8" fmla="*/ 10160 w 8514082"/>
                  <a:gd name="csY8" fmla="*/ 337593 h 4710617"/>
                  <a:gd name="csX0" fmla="*/ 10160 w 8524242"/>
                  <a:gd name="csY0" fmla="*/ 343329 h 4716353"/>
                  <a:gd name="csX1" fmla="*/ 783184 w 8524242"/>
                  <a:gd name="csY1" fmla="*/ 17345 h 4716353"/>
                  <a:gd name="csX2" fmla="*/ 7730898 w 8524242"/>
                  <a:gd name="csY2" fmla="*/ 17345 h 4716353"/>
                  <a:gd name="csX3" fmla="*/ 8524242 w 8524242"/>
                  <a:gd name="csY3" fmla="*/ 323009 h 4716353"/>
                  <a:gd name="csX4" fmla="*/ 8514082 w 8524242"/>
                  <a:gd name="csY4" fmla="*/ 3933169 h 4716353"/>
                  <a:gd name="csX5" fmla="*/ 7730898 w 8524242"/>
                  <a:gd name="csY5" fmla="*/ 4716353 h 4716353"/>
                  <a:gd name="csX6" fmla="*/ 783184 w 8524242"/>
                  <a:gd name="csY6" fmla="*/ 4716353 h 4716353"/>
                  <a:gd name="csX7" fmla="*/ 0 w 8524242"/>
                  <a:gd name="csY7" fmla="*/ 3933169 h 4716353"/>
                  <a:gd name="csX8" fmla="*/ 10160 w 8524242"/>
                  <a:gd name="csY8" fmla="*/ 343329 h 4716353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31727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40871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77302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57998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7626"/>
                  <a:gd name="csX1" fmla="*/ 773024 w 8514082"/>
                  <a:gd name="csY1" fmla="*/ 11610 h 4717626"/>
                  <a:gd name="csX2" fmla="*/ 7954418 w 8514082"/>
                  <a:gd name="csY2" fmla="*/ 21770 h 4717626"/>
                  <a:gd name="csX3" fmla="*/ 8514082 w 8514082"/>
                  <a:gd name="csY3" fmla="*/ 408714 h 4717626"/>
                  <a:gd name="csX4" fmla="*/ 8473442 w 8514082"/>
                  <a:gd name="csY4" fmla="*/ 4364314 h 4717626"/>
                  <a:gd name="csX5" fmla="*/ 7720738 w 8514082"/>
                  <a:gd name="csY5" fmla="*/ 4710618 h 4717626"/>
                  <a:gd name="csX6" fmla="*/ 579984 w 8514082"/>
                  <a:gd name="csY6" fmla="*/ 4710618 h 4717626"/>
                  <a:gd name="csX7" fmla="*/ 0 w 8514082"/>
                  <a:gd name="csY7" fmla="*/ 4354154 h 4717626"/>
                  <a:gd name="csX8" fmla="*/ 0 w 8514082"/>
                  <a:gd name="csY8" fmla="*/ 337594 h 4717626"/>
                  <a:gd name="csX0" fmla="*/ 0 w 8514082"/>
                  <a:gd name="csY0" fmla="*/ 337594 h 4725929"/>
                  <a:gd name="csX1" fmla="*/ 773024 w 8514082"/>
                  <a:gd name="csY1" fmla="*/ 11610 h 4725929"/>
                  <a:gd name="csX2" fmla="*/ 7954418 w 8514082"/>
                  <a:gd name="csY2" fmla="*/ 21770 h 4725929"/>
                  <a:gd name="csX3" fmla="*/ 8514082 w 8514082"/>
                  <a:gd name="csY3" fmla="*/ 408714 h 4725929"/>
                  <a:gd name="csX4" fmla="*/ 8473442 w 8514082"/>
                  <a:gd name="csY4" fmla="*/ 4364314 h 4725929"/>
                  <a:gd name="csX5" fmla="*/ 7954418 w 8514082"/>
                  <a:gd name="csY5" fmla="*/ 4720778 h 4725929"/>
                  <a:gd name="csX6" fmla="*/ 579984 w 8514082"/>
                  <a:gd name="csY6" fmla="*/ 4710618 h 4725929"/>
                  <a:gd name="csX7" fmla="*/ 0 w 8514082"/>
                  <a:gd name="csY7" fmla="*/ 4354154 h 4725929"/>
                  <a:gd name="csX8" fmla="*/ 0 w 8514082"/>
                  <a:gd name="csY8" fmla="*/ 337594 h 4725929"/>
                  <a:gd name="csX0" fmla="*/ 0 w 8514082"/>
                  <a:gd name="csY0" fmla="*/ 337594 h 4720842"/>
                  <a:gd name="csX1" fmla="*/ 773024 w 8514082"/>
                  <a:gd name="csY1" fmla="*/ 11610 h 4720842"/>
                  <a:gd name="csX2" fmla="*/ 7954418 w 8514082"/>
                  <a:gd name="csY2" fmla="*/ 21770 h 4720842"/>
                  <a:gd name="csX3" fmla="*/ 8514082 w 8514082"/>
                  <a:gd name="csY3" fmla="*/ 408714 h 4720842"/>
                  <a:gd name="csX4" fmla="*/ 8473442 w 8514082"/>
                  <a:gd name="csY4" fmla="*/ 4303354 h 4720842"/>
                  <a:gd name="csX5" fmla="*/ 7954418 w 8514082"/>
                  <a:gd name="csY5" fmla="*/ 4720778 h 4720842"/>
                  <a:gd name="csX6" fmla="*/ 579984 w 8514082"/>
                  <a:gd name="csY6" fmla="*/ 4710618 h 4720842"/>
                  <a:gd name="csX7" fmla="*/ 0 w 8514082"/>
                  <a:gd name="csY7" fmla="*/ 4354154 h 4720842"/>
                  <a:gd name="csX8" fmla="*/ 0 w 851408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0871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2903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83602" h="4720842">
                    <a:moveTo>
                      <a:pt x="0" y="337594"/>
                    </a:moveTo>
                    <a:cubicBezTo>
                      <a:pt x="0" y="-94947"/>
                      <a:pt x="340483" y="11610"/>
                      <a:pt x="773024" y="11610"/>
                    </a:cubicBezTo>
                    <a:lnTo>
                      <a:pt x="7954418" y="21770"/>
                    </a:lnTo>
                    <a:cubicBezTo>
                      <a:pt x="8386959" y="21770"/>
                      <a:pt x="8483602" y="-3507"/>
                      <a:pt x="8483602" y="429034"/>
                    </a:cubicBezTo>
                    <a:cubicBezTo>
                      <a:pt x="8480215" y="1632421"/>
                      <a:pt x="8476829" y="3099967"/>
                      <a:pt x="8473442" y="4303354"/>
                    </a:cubicBezTo>
                    <a:cubicBezTo>
                      <a:pt x="8473442" y="4735895"/>
                      <a:pt x="8386959" y="4720778"/>
                      <a:pt x="7954418" y="4720778"/>
                    </a:cubicBezTo>
                    <a:lnTo>
                      <a:pt x="579984" y="4710618"/>
                    </a:lnTo>
                    <a:cubicBezTo>
                      <a:pt x="147443" y="4710618"/>
                      <a:pt x="0" y="4786695"/>
                      <a:pt x="0" y="4354154"/>
                    </a:cubicBezTo>
                    <a:lnTo>
                      <a:pt x="0" y="337594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pic>
            <p:nvPicPr>
              <p:cNvPr id="6" name="Obrázek 5">
                <a:extLst>
                  <a:ext uri="{FF2B5EF4-FFF2-40B4-BE49-F238E27FC236}">
                    <a16:creationId xmlns:a16="http://schemas.microsoft.com/office/drawing/2014/main" id="{3F2E74BB-F906-5453-336B-516904D1F4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17581" y="1718107"/>
                <a:ext cx="8112525" cy="4563296"/>
              </a:xfrm>
              <a:prstGeom prst="rect">
                <a:avLst/>
              </a:prstGeom>
            </p:spPr>
          </p:pic>
        </p:grpSp>
        <p:grpSp>
          <p:nvGrpSpPr>
            <p:cNvPr id="4" name="Skupina 3">
              <a:extLst>
                <a:ext uri="{FF2B5EF4-FFF2-40B4-BE49-F238E27FC236}">
                  <a16:creationId xmlns:a16="http://schemas.microsoft.com/office/drawing/2014/main" id="{E7175248-CB81-AF11-AD89-E7AD86E7C851}"/>
                </a:ext>
              </a:extLst>
            </p:cNvPr>
            <p:cNvGrpSpPr/>
            <p:nvPr/>
          </p:nvGrpSpPr>
          <p:grpSpPr>
            <a:xfrm>
              <a:off x="5343957" y="6445200"/>
              <a:ext cx="1504081" cy="400110"/>
              <a:chOff x="5488399" y="6445200"/>
              <a:chExt cx="1504081" cy="400110"/>
            </a:xfrm>
          </p:grpSpPr>
          <p:sp>
            <p:nvSpPr>
              <p:cNvPr id="8" name="Obdélník: se zakulacenými rohy 7">
                <a:extLst>
                  <a:ext uri="{FF2B5EF4-FFF2-40B4-BE49-F238E27FC236}">
                    <a16:creationId xmlns:a16="http://schemas.microsoft.com/office/drawing/2014/main" id="{F4CEB2DB-1C52-6C20-72D2-3C757BA67437}"/>
                  </a:ext>
                </a:extLst>
              </p:cNvPr>
              <p:cNvSpPr/>
              <p:nvPr/>
            </p:nvSpPr>
            <p:spPr>
              <a:xfrm>
                <a:off x="5488399" y="6508514"/>
                <a:ext cx="1504081" cy="300766"/>
              </a:xfrm>
              <a:prstGeom prst="roundRect">
                <a:avLst/>
              </a:pr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9" name="TextovéPole 8">
                <a:extLst>
                  <a:ext uri="{FF2B5EF4-FFF2-40B4-BE49-F238E27FC236}">
                    <a16:creationId xmlns:a16="http://schemas.microsoft.com/office/drawing/2014/main" id="{9ADB70C2-890F-3368-4704-C1B1FEFCD629}"/>
                  </a:ext>
                </a:extLst>
              </p:cNvPr>
              <p:cNvSpPr txBox="1"/>
              <p:nvPr/>
            </p:nvSpPr>
            <p:spPr>
              <a:xfrm>
                <a:off x="5549666" y="6445200"/>
                <a:ext cx="13815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sz="2000" dirty="0" err="1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ScottPlot</a:t>
                </a:r>
                <a:r>
                  <a:rPr lang="cs-CZ" sz="2000" dirty="0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 </a:t>
                </a:r>
              </a:p>
            </p:txBody>
          </p:sp>
        </p:grpSp>
      </p:grpSp>
      <p:grpSp>
        <p:nvGrpSpPr>
          <p:cNvPr id="26" name="Skupina 25">
            <a:extLst>
              <a:ext uri="{FF2B5EF4-FFF2-40B4-BE49-F238E27FC236}">
                <a16:creationId xmlns:a16="http://schemas.microsoft.com/office/drawing/2014/main" id="{9F311FAF-E0E1-E712-6E38-030B153F8C30}"/>
              </a:ext>
            </a:extLst>
          </p:cNvPr>
          <p:cNvGrpSpPr/>
          <p:nvPr/>
        </p:nvGrpSpPr>
        <p:grpSpPr>
          <a:xfrm>
            <a:off x="1677942" y="14400000"/>
            <a:ext cx="8483602" cy="5192925"/>
            <a:chOff x="1732043" y="1652385"/>
            <a:chExt cx="8483602" cy="5192925"/>
          </a:xfrm>
        </p:grpSpPr>
        <p:grpSp>
          <p:nvGrpSpPr>
            <p:cNvPr id="31" name="Skupina 30">
              <a:extLst>
                <a:ext uri="{FF2B5EF4-FFF2-40B4-BE49-F238E27FC236}">
                  <a16:creationId xmlns:a16="http://schemas.microsoft.com/office/drawing/2014/main" id="{F8AC8990-F7C4-E36E-8B41-FD5ECC5A6AD6}"/>
                </a:ext>
              </a:extLst>
            </p:cNvPr>
            <p:cNvGrpSpPr/>
            <p:nvPr/>
          </p:nvGrpSpPr>
          <p:grpSpPr>
            <a:xfrm>
              <a:off x="1732043" y="1652385"/>
              <a:ext cx="8483602" cy="4720842"/>
              <a:chOff x="1534159" y="1649543"/>
              <a:chExt cx="8483602" cy="4720842"/>
            </a:xfrm>
          </p:grpSpPr>
          <p:sp>
            <p:nvSpPr>
              <p:cNvPr id="36" name="Obdélník: se zakulacenými rohy 55">
                <a:extLst>
                  <a:ext uri="{FF2B5EF4-FFF2-40B4-BE49-F238E27FC236}">
                    <a16:creationId xmlns:a16="http://schemas.microsoft.com/office/drawing/2014/main" id="{441C028F-05E8-4200-2FD3-81BE380F1E1A}"/>
                  </a:ext>
                </a:extLst>
              </p:cNvPr>
              <p:cNvSpPr/>
              <p:nvPr/>
            </p:nvSpPr>
            <p:spPr>
              <a:xfrm>
                <a:off x="1534159" y="1649543"/>
                <a:ext cx="8483602" cy="4720842"/>
              </a:xfrm>
              <a:custGeom>
                <a:avLst/>
                <a:gdLst>
                  <a:gd name="csX0" fmla="*/ 0 w 8514082"/>
                  <a:gd name="csY0" fmla="*/ 783184 h 4699008"/>
                  <a:gd name="csX1" fmla="*/ 783184 w 8514082"/>
                  <a:gd name="csY1" fmla="*/ 0 h 4699008"/>
                  <a:gd name="csX2" fmla="*/ 7730898 w 8514082"/>
                  <a:gd name="csY2" fmla="*/ 0 h 4699008"/>
                  <a:gd name="csX3" fmla="*/ 8514082 w 8514082"/>
                  <a:gd name="csY3" fmla="*/ 783184 h 4699008"/>
                  <a:gd name="csX4" fmla="*/ 8514082 w 8514082"/>
                  <a:gd name="csY4" fmla="*/ 3915824 h 4699008"/>
                  <a:gd name="csX5" fmla="*/ 7730898 w 8514082"/>
                  <a:gd name="csY5" fmla="*/ 4699008 h 4699008"/>
                  <a:gd name="csX6" fmla="*/ 783184 w 8514082"/>
                  <a:gd name="csY6" fmla="*/ 4699008 h 4699008"/>
                  <a:gd name="csX7" fmla="*/ 0 w 8514082"/>
                  <a:gd name="csY7" fmla="*/ 3915824 h 4699008"/>
                  <a:gd name="csX8" fmla="*/ 0 w 8514082"/>
                  <a:gd name="csY8" fmla="*/ 783184 h 4699008"/>
                  <a:gd name="csX0" fmla="*/ 10160 w 8514082"/>
                  <a:gd name="csY0" fmla="*/ 337593 h 4710617"/>
                  <a:gd name="csX1" fmla="*/ 783184 w 8514082"/>
                  <a:gd name="csY1" fmla="*/ 11609 h 4710617"/>
                  <a:gd name="csX2" fmla="*/ 7730898 w 8514082"/>
                  <a:gd name="csY2" fmla="*/ 11609 h 4710617"/>
                  <a:gd name="csX3" fmla="*/ 8514082 w 8514082"/>
                  <a:gd name="csY3" fmla="*/ 794793 h 4710617"/>
                  <a:gd name="csX4" fmla="*/ 8514082 w 8514082"/>
                  <a:gd name="csY4" fmla="*/ 3927433 h 4710617"/>
                  <a:gd name="csX5" fmla="*/ 7730898 w 8514082"/>
                  <a:gd name="csY5" fmla="*/ 4710617 h 4710617"/>
                  <a:gd name="csX6" fmla="*/ 783184 w 8514082"/>
                  <a:gd name="csY6" fmla="*/ 4710617 h 4710617"/>
                  <a:gd name="csX7" fmla="*/ 0 w 8514082"/>
                  <a:gd name="csY7" fmla="*/ 3927433 h 4710617"/>
                  <a:gd name="csX8" fmla="*/ 10160 w 8514082"/>
                  <a:gd name="csY8" fmla="*/ 337593 h 4710617"/>
                  <a:gd name="csX0" fmla="*/ 10160 w 8524242"/>
                  <a:gd name="csY0" fmla="*/ 343329 h 4716353"/>
                  <a:gd name="csX1" fmla="*/ 783184 w 8524242"/>
                  <a:gd name="csY1" fmla="*/ 17345 h 4716353"/>
                  <a:gd name="csX2" fmla="*/ 7730898 w 8524242"/>
                  <a:gd name="csY2" fmla="*/ 17345 h 4716353"/>
                  <a:gd name="csX3" fmla="*/ 8524242 w 8524242"/>
                  <a:gd name="csY3" fmla="*/ 323009 h 4716353"/>
                  <a:gd name="csX4" fmla="*/ 8514082 w 8524242"/>
                  <a:gd name="csY4" fmla="*/ 3933169 h 4716353"/>
                  <a:gd name="csX5" fmla="*/ 7730898 w 8524242"/>
                  <a:gd name="csY5" fmla="*/ 4716353 h 4716353"/>
                  <a:gd name="csX6" fmla="*/ 783184 w 8524242"/>
                  <a:gd name="csY6" fmla="*/ 4716353 h 4716353"/>
                  <a:gd name="csX7" fmla="*/ 0 w 8524242"/>
                  <a:gd name="csY7" fmla="*/ 3933169 h 4716353"/>
                  <a:gd name="csX8" fmla="*/ 10160 w 8524242"/>
                  <a:gd name="csY8" fmla="*/ 343329 h 4716353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31727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40871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77302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57998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7626"/>
                  <a:gd name="csX1" fmla="*/ 773024 w 8514082"/>
                  <a:gd name="csY1" fmla="*/ 11610 h 4717626"/>
                  <a:gd name="csX2" fmla="*/ 7954418 w 8514082"/>
                  <a:gd name="csY2" fmla="*/ 21770 h 4717626"/>
                  <a:gd name="csX3" fmla="*/ 8514082 w 8514082"/>
                  <a:gd name="csY3" fmla="*/ 408714 h 4717626"/>
                  <a:gd name="csX4" fmla="*/ 8473442 w 8514082"/>
                  <a:gd name="csY4" fmla="*/ 4364314 h 4717626"/>
                  <a:gd name="csX5" fmla="*/ 7720738 w 8514082"/>
                  <a:gd name="csY5" fmla="*/ 4710618 h 4717626"/>
                  <a:gd name="csX6" fmla="*/ 579984 w 8514082"/>
                  <a:gd name="csY6" fmla="*/ 4710618 h 4717626"/>
                  <a:gd name="csX7" fmla="*/ 0 w 8514082"/>
                  <a:gd name="csY7" fmla="*/ 4354154 h 4717626"/>
                  <a:gd name="csX8" fmla="*/ 0 w 8514082"/>
                  <a:gd name="csY8" fmla="*/ 337594 h 4717626"/>
                  <a:gd name="csX0" fmla="*/ 0 w 8514082"/>
                  <a:gd name="csY0" fmla="*/ 337594 h 4725929"/>
                  <a:gd name="csX1" fmla="*/ 773024 w 8514082"/>
                  <a:gd name="csY1" fmla="*/ 11610 h 4725929"/>
                  <a:gd name="csX2" fmla="*/ 7954418 w 8514082"/>
                  <a:gd name="csY2" fmla="*/ 21770 h 4725929"/>
                  <a:gd name="csX3" fmla="*/ 8514082 w 8514082"/>
                  <a:gd name="csY3" fmla="*/ 408714 h 4725929"/>
                  <a:gd name="csX4" fmla="*/ 8473442 w 8514082"/>
                  <a:gd name="csY4" fmla="*/ 4364314 h 4725929"/>
                  <a:gd name="csX5" fmla="*/ 7954418 w 8514082"/>
                  <a:gd name="csY5" fmla="*/ 4720778 h 4725929"/>
                  <a:gd name="csX6" fmla="*/ 579984 w 8514082"/>
                  <a:gd name="csY6" fmla="*/ 4710618 h 4725929"/>
                  <a:gd name="csX7" fmla="*/ 0 w 8514082"/>
                  <a:gd name="csY7" fmla="*/ 4354154 h 4725929"/>
                  <a:gd name="csX8" fmla="*/ 0 w 8514082"/>
                  <a:gd name="csY8" fmla="*/ 337594 h 4725929"/>
                  <a:gd name="csX0" fmla="*/ 0 w 8514082"/>
                  <a:gd name="csY0" fmla="*/ 337594 h 4720842"/>
                  <a:gd name="csX1" fmla="*/ 773024 w 8514082"/>
                  <a:gd name="csY1" fmla="*/ 11610 h 4720842"/>
                  <a:gd name="csX2" fmla="*/ 7954418 w 8514082"/>
                  <a:gd name="csY2" fmla="*/ 21770 h 4720842"/>
                  <a:gd name="csX3" fmla="*/ 8514082 w 8514082"/>
                  <a:gd name="csY3" fmla="*/ 408714 h 4720842"/>
                  <a:gd name="csX4" fmla="*/ 8473442 w 8514082"/>
                  <a:gd name="csY4" fmla="*/ 4303354 h 4720842"/>
                  <a:gd name="csX5" fmla="*/ 7954418 w 8514082"/>
                  <a:gd name="csY5" fmla="*/ 4720778 h 4720842"/>
                  <a:gd name="csX6" fmla="*/ 579984 w 8514082"/>
                  <a:gd name="csY6" fmla="*/ 4710618 h 4720842"/>
                  <a:gd name="csX7" fmla="*/ 0 w 8514082"/>
                  <a:gd name="csY7" fmla="*/ 4354154 h 4720842"/>
                  <a:gd name="csX8" fmla="*/ 0 w 851408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0871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2903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83602" h="4720842">
                    <a:moveTo>
                      <a:pt x="0" y="337594"/>
                    </a:moveTo>
                    <a:cubicBezTo>
                      <a:pt x="0" y="-94947"/>
                      <a:pt x="340483" y="11610"/>
                      <a:pt x="773024" y="11610"/>
                    </a:cubicBezTo>
                    <a:lnTo>
                      <a:pt x="7954418" y="21770"/>
                    </a:lnTo>
                    <a:cubicBezTo>
                      <a:pt x="8386959" y="21770"/>
                      <a:pt x="8483602" y="-3507"/>
                      <a:pt x="8483602" y="429034"/>
                    </a:cubicBezTo>
                    <a:cubicBezTo>
                      <a:pt x="8480215" y="1632421"/>
                      <a:pt x="8476829" y="3099967"/>
                      <a:pt x="8473442" y="4303354"/>
                    </a:cubicBezTo>
                    <a:cubicBezTo>
                      <a:pt x="8473442" y="4735895"/>
                      <a:pt x="8386959" y="4720778"/>
                      <a:pt x="7954418" y="4720778"/>
                    </a:cubicBezTo>
                    <a:lnTo>
                      <a:pt x="579984" y="4710618"/>
                    </a:lnTo>
                    <a:cubicBezTo>
                      <a:pt x="147443" y="4710618"/>
                      <a:pt x="0" y="4786695"/>
                      <a:pt x="0" y="4354154"/>
                    </a:cubicBezTo>
                    <a:lnTo>
                      <a:pt x="0" y="337594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pic>
            <p:nvPicPr>
              <p:cNvPr id="37" name="Obrázek 36" descr="test-TrainGraph1.png">
                <a:extLst>
                  <a:ext uri="{FF2B5EF4-FFF2-40B4-BE49-F238E27FC236}">
                    <a16:creationId xmlns:a16="http://schemas.microsoft.com/office/drawing/2014/main" id="{99A69074-DAE8-5736-4E06-8FAD8358C1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7040" y="1718108"/>
                <a:ext cx="8103808" cy="4558392"/>
              </a:xfrm>
              <a:prstGeom prst="rect">
                <a:avLst/>
              </a:prstGeom>
            </p:spPr>
          </p:pic>
        </p:grpSp>
        <p:grpSp>
          <p:nvGrpSpPr>
            <p:cNvPr id="32" name="Skupina 31">
              <a:extLst>
                <a:ext uri="{FF2B5EF4-FFF2-40B4-BE49-F238E27FC236}">
                  <a16:creationId xmlns:a16="http://schemas.microsoft.com/office/drawing/2014/main" id="{DE64340E-2FC6-D928-9E69-D85262382DB3}"/>
                </a:ext>
              </a:extLst>
            </p:cNvPr>
            <p:cNvGrpSpPr/>
            <p:nvPr/>
          </p:nvGrpSpPr>
          <p:grpSpPr>
            <a:xfrm>
              <a:off x="5343957" y="6445200"/>
              <a:ext cx="1504081" cy="400110"/>
              <a:chOff x="5488399" y="6445200"/>
              <a:chExt cx="1504081" cy="400110"/>
            </a:xfrm>
          </p:grpSpPr>
          <p:sp>
            <p:nvSpPr>
              <p:cNvPr id="33" name="Obdélník: se zakulacenými rohy 32">
                <a:extLst>
                  <a:ext uri="{FF2B5EF4-FFF2-40B4-BE49-F238E27FC236}">
                    <a16:creationId xmlns:a16="http://schemas.microsoft.com/office/drawing/2014/main" id="{0899DC14-DC64-C6C6-3C44-5DCA6C741E3E}"/>
                  </a:ext>
                </a:extLst>
              </p:cNvPr>
              <p:cNvSpPr/>
              <p:nvPr/>
            </p:nvSpPr>
            <p:spPr>
              <a:xfrm>
                <a:off x="5488399" y="6508514"/>
                <a:ext cx="1504081" cy="300766"/>
              </a:xfrm>
              <a:prstGeom prst="roundRect">
                <a:avLst/>
              </a:pr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34" name="TextovéPole 33">
                <a:extLst>
                  <a:ext uri="{FF2B5EF4-FFF2-40B4-BE49-F238E27FC236}">
                    <a16:creationId xmlns:a16="http://schemas.microsoft.com/office/drawing/2014/main" id="{8DBD830D-3091-EDCA-BB44-B593E2E13EEA}"/>
                  </a:ext>
                </a:extLst>
              </p:cNvPr>
              <p:cNvSpPr txBox="1"/>
              <p:nvPr/>
            </p:nvSpPr>
            <p:spPr>
              <a:xfrm>
                <a:off x="5549666" y="6445200"/>
                <a:ext cx="13815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sz="2000" dirty="0" err="1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ScottPlot</a:t>
                </a:r>
                <a:r>
                  <a:rPr lang="cs-CZ" sz="2000" dirty="0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 </a:t>
                </a:r>
              </a:p>
            </p:txBody>
          </p:sp>
        </p:grpSp>
      </p:grp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86E41161-A6EF-D865-E4EF-B1026252C19C}"/>
              </a:ext>
            </a:extLst>
          </p:cNvPr>
          <p:cNvGrpSpPr/>
          <p:nvPr/>
        </p:nvGrpSpPr>
        <p:grpSpPr>
          <a:xfrm>
            <a:off x="19491774" y="290124"/>
            <a:ext cx="3673020" cy="6672611"/>
            <a:chOff x="7354237" y="98579"/>
            <a:chExt cx="3673020" cy="6672611"/>
          </a:xfrm>
        </p:grpSpPr>
        <p:sp>
          <p:nvSpPr>
            <p:cNvPr id="11" name="Obdélník: se zakulacenými rohy 17">
              <a:extLst>
                <a:ext uri="{FF2B5EF4-FFF2-40B4-BE49-F238E27FC236}">
                  <a16:creationId xmlns:a16="http://schemas.microsoft.com/office/drawing/2014/main" id="{7C22F910-A963-6137-9CD2-9076B805D762}"/>
                </a:ext>
              </a:extLst>
            </p:cNvPr>
            <p:cNvSpPr/>
            <p:nvPr/>
          </p:nvSpPr>
          <p:spPr>
            <a:xfrm>
              <a:off x="7354237" y="98579"/>
              <a:ext cx="3673020" cy="6672611"/>
            </a:xfrm>
            <a:custGeom>
              <a:avLst/>
              <a:gdLst>
                <a:gd name="csX0" fmla="*/ 0 w 4105088"/>
                <a:gd name="csY0" fmla="*/ 684195 h 6684185"/>
                <a:gd name="csX1" fmla="*/ 684195 w 4105088"/>
                <a:gd name="csY1" fmla="*/ 0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684195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417978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417978 h 6684185"/>
                <a:gd name="csX0" fmla="*/ 0 w 4105094"/>
                <a:gd name="csY0" fmla="*/ 406404 h 6672611"/>
                <a:gd name="csX1" fmla="*/ 406402 w 4105094"/>
                <a:gd name="csY1" fmla="*/ 0 h 6672611"/>
                <a:gd name="csX2" fmla="*/ 3733409 w 4105094"/>
                <a:gd name="csY2" fmla="*/ 0 h 6672611"/>
                <a:gd name="csX3" fmla="*/ 4105088 w 4105094"/>
                <a:gd name="csY3" fmla="*/ 672621 h 6672611"/>
                <a:gd name="csX4" fmla="*/ 4105088 w 4105094"/>
                <a:gd name="csY4" fmla="*/ 5988416 h 6672611"/>
                <a:gd name="csX5" fmla="*/ 3420893 w 4105094"/>
                <a:gd name="csY5" fmla="*/ 6672611 h 6672611"/>
                <a:gd name="csX6" fmla="*/ 684195 w 4105094"/>
                <a:gd name="csY6" fmla="*/ 6672611 h 6672611"/>
                <a:gd name="csX7" fmla="*/ 0 w 4105094"/>
                <a:gd name="csY7" fmla="*/ 5988416 h 6672611"/>
                <a:gd name="csX8" fmla="*/ 0 w 4105094"/>
                <a:gd name="csY8" fmla="*/ 406404 h 6672611"/>
                <a:gd name="csX0" fmla="*/ 0 w 4105088"/>
                <a:gd name="csY0" fmla="*/ 406404 h 6672611"/>
                <a:gd name="csX1" fmla="*/ 406402 w 4105088"/>
                <a:gd name="csY1" fmla="*/ 0 h 6672611"/>
                <a:gd name="csX2" fmla="*/ 3733409 w 4105088"/>
                <a:gd name="csY2" fmla="*/ 0 h 6672611"/>
                <a:gd name="csX3" fmla="*/ 4093513 w 4105088"/>
                <a:gd name="csY3" fmla="*/ 394829 h 6672611"/>
                <a:gd name="csX4" fmla="*/ 4105088 w 4105088"/>
                <a:gd name="csY4" fmla="*/ 5988416 h 6672611"/>
                <a:gd name="csX5" fmla="*/ 3420893 w 4105088"/>
                <a:gd name="csY5" fmla="*/ 6672611 h 6672611"/>
                <a:gd name="csX6" fmla="*/ 684195 w 4105088"/>
                <a:gd name="csY6" fmla="*/ 6672611 h 6672611"/>
                <a:gd name="csX7" fmla="*/ 0 w 4105088"/>
                <a:gd name="csY7" fmla="*/ 5988416 h 6672611"/>
                <a:gd name="csX8" fmla="*/ 0 w 4105088"/>
                <a:gd name="csY8" fmla="*/ 406404 h 6672611"/>
                <a:gd name="csX0" fmla="*/ 0 w 4105088"/>
                <a:gd name="csY0" fmla="*/ 406404 h 6672617"/>
                <a:gd name="csX1" fmla="*/ 406402 w 4105088"/>
                <a:gd name="csY1" fmla="*/ 0 h 6672617"/>
                <a:gd name="csX2" fmla="*/ 3733409 w 4105088"/>
                <a:gd name="csY2" fmla="*/ 0 h 6672617"/>
                <a:gd name="csX3" fmla="*/ 4093513 w 4105088"/>
                <a:gd name="csY3" fmla="*/ 394829 h 6672617"/>
                <a:gd name="csX4" fmla="*/ 4105088 w 4105088"/>
                <a:gd name="csY4" fmla="*/ 6300932 h 6672617"/>
                <a:gd name="csX5" fmla="*/ 3420893 w 4105088"/>
                <a:gd name="csY5" fmla="*/ 6672611 h 6672617"/>
                <a:gd name="csX6" fmla="*/ 684195 w 4105088"/>
                <a:gd name="csY6" fmla="*/ 6672611 h 6672617"/>
                <a:gd name="csX7" fmla="*/ 0 w 4105088"/>
                <a:gd name="csY7" fmla="*/ 5988416 h 6672617"/>
                <a:gd name="csX8" fmla="*/ 0 w 4105088"/>
                <a:gd name="csY8" fmla="*/ 406404 h 6672617"/>
                <a:gd name="csX0" fmla="*/ 0 w 4105618"/>
                <a:gd name="csY0" fmla="*/ 406404 h 6672611"/>
                <a:gd name="csX1" fmla="*/ 406402 w 4105618"/>
                <a:gd name="csY1" fmla="*/ 0 h 6672611"/>
                <a:gd name="csX2" fmla="*/ 3733409 w 4105618"/>
                <a:gd name="csY2" fmla="*/ 0 h 6672611"/>
                <a:gd name="csX3" fmla="*/ 4093513 w 4105618"/>
                <a:gd name="csY3" fmla="*/ 394829 h 6672611"/>
                <a:gd name="csX4" fmla="*/ 4105088 w 4105618"/>
                <a:gd name="csY4" fmla="*/ 6300932 h 6672611"/>
                <a:gd name="csX5" fmla="*/ 3756559 w 4105618"/>
                <a:gd name="csY5" fmla="*/ 6661036 h 6672611"/>
                <a:gd name="csX6" fmla="*/ 684195 w 4105618"/>
                <a:gd name="csY6" fmla="*/ 6672611 h 6672611"/>
                <a:gd name="csX7" fmla="*/ 0 w 4105618"/>
                <a:gd name="csY7" fmla="*/ 5988416 h 6672611"/>
                <a:gd name="csX8" fmla="*/ 0 w 4105618"/>
                <a:gd name="csY8" fmla="*/ 406404 h 6672611"/>
                <a:gd name="csX0" fmla="*/ 2481 w 4108099"/>
                <a:gd name="csY0" fmla="*/ 406404 h 6672611"/>
                <a:gd name="csX1" fmla="*/ 408883 w 4108099"/>
                <a:gd name="csY1" fmla="*/ 0 h 6672611"/>
                <a:gd name="csX2" fmla="*/ 3735890 w 4108099"/>
                <a:gd name="csY2" fmla="*/ 0 h 6672611"/>
                <a:gd name="csX3" fmla="*/ 4095994 w 4108099"/>
                <a:gd name="csY3" fmla="*/ 394829 h 6672611"/>
                <a:gd name="csX4" fmla="*/ 4107569 w 4108099"/>
                <a:gd name="csY4" fmla="*/ 6300932 h 6672611"/>
                <a:gd name="csX5" fmla="*/ 3759040 w 4108099"/>
                <a:gd name="csY5" fmla="*/ 6661036 h 6672611"/>
                <a:gd name="csX6" fmla="*/ 327860 w 4108099"/>
                <a:gd name="csY6" fmla="*/ 6672611 h 6672611"/>
                <a:gd name="csX7" fmla="*/ 2481 w 4108099"/>
                <a:gd name="csY7" fmla="*/ 5988416 h 6672611"/>
                <a:gd name="csX8" fmla="*/ 2481 w 4108099"/>
                <a:gd name="csY8" fmla="*/ 406404 h 6672611"/>
                <a:gd name="csX0" fmla="*/ 12871 w 4118489"/>
                <a:gd name="csY0" fmla="*/ 406404 h 6672611"/>
                <a:gd name="csX1" fmla="*/ 419273 w 4118489"/>
                <a:gd name="csY1" fmla="*/ 0 h 6672611"/>
                <a:gd name="csX2" fmla="*/ 3746280 w 4118489"/>
                <a:gd name="csY2" fmla="*/ 0 h 6672611"/>
                <a:gd name="csX3" fmla="*/ 4106384 w 4118489"/>
                <a:gd name="csY3" fmla="*/ 394829 h 6672611"/>
                <a:gd name="csX4" fmla="*/ 4117959 w 4118489"/>
                <a:gd name="csY4" fmla="*/ 6300932 h 6672611"/>
                <a:gd name="csX5" fmla="*/ 3769430 w 4118489"/>
                <a:gd name="csY5" fmla="*/ 6661036 h 6672611"/>
                <a:gd name="csX6" fmla="*/ 338250 w 4118489"/>
                <a:gd name="csY6" fmla="*/ 6672611 h 6672611"/>
                <a:gd name="csX7" fmla="*/ 1296 w 4118489"/>
                <a:gd name="csY7" fmla="*/ 6219909 h 6672611"/>
                <a:gd name="csX8" fmla="*/ 12871 w 4118489"/>
                <a:gd name="csY8" fmla="*/ 406404 h 6672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18489" h="6672611">
                  <a:moveTo>
                    <a:pt x="12871" y="406404"/>
                  </a:moveTo>
                  <a:cubicBezTo>
                    <a:pt x="12871" y="28534"/>
                    <a:pt x="41403" y="0"/>
                    <a:pt x="419273" y="0"/>
                  </a:cubicBezTo>
                  <a:lnTo>
                    <a:pt x="3746280" y="0"/>
                  </a:lnTo>
                  <a:cubicBezTo>
                    <a:pt x="4124150" y="0"/>
                    <a:pt x="4106384" y="16959"/>
                    <a:pt x="4106384" y="394829"/>
                  </a:cubicBezTo>
                  <a:cubicBezTo>
                    <a:pt x="4110242" y="2259358"/>
                    <a:pt x="4114101" y="4436403"/>
                    <a:pt x="4117959" y="6300932"/>
                  </a:cubicBezTo>
                  <a:cubicBezTo>
                    <a:pt x="4117959" y="6678802"/>
                    <a:pt x="4147300" y="6661036"/>
                    <a:pt x="3769430" y="6661036"/>
                  </a:cubicBezTo>
                  <a:lnTo>
                    <a:pt x="338250" y="6672611"/>
                  </a:lnTo>
                  <a:cubicBezTo>
                    <a:pt x="-39620" y="6672611"/>
                    <a:pt x="1296" y="6597779"/>
                    <a:pt x="1296" y="6219909"/>
                  </a:cubicBezTo>
                  <a:cubicBezTo>
                    <a:pt x="5154" y="4282074"/>
                    <a:pt x="9013" y="2344239"/>
                    <a:pt x="12871" y="406404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12" name="Obrázek 11">
              <a:extLst>
                <a:ext uri="{FF2B5EF4-FFF2-40B4-BE49-F238E27FC236}">
                  <a16:creationId xmlns:a16="http://schemas.microsoft.com/office/drawing/2014/main" id="{66E5C000-66ED-79CE-D444-A21E5E4FC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85847" y="152879"/>
              <a:ext cx="3426327" cy="65522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3015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A383B-C2DD-9AE6-7CE2-B7ED0B4E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252BDC-6EBC-4CC4-FB3D-DBF55E2707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D426342-D8B1-5E3A-D949-EF1DF54B7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03803C60-5BD3-D266-F75B-99C72DE8036E}"/>
              </a:ext>
            </a:extLst>
          </p:cNvPr>
          <p:cNvSpPr txBox="1"/>
          <p:nvPr/>
        </p:nvSpPr>
        <p:spPr>
          <a:xfrm>
            <a:off x="3375185" y="1244231"/>
            <a:ext cx="5655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cs-CZ" sz="20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grpSp>
        <p:nvGrpSpPr>
          <p:cNvPr id="52" name="Skupina 51">
            <a:extLst>
              <a:ext uri="{FF2B5EF4-FFF2-40B4-BE49-F238E27FC236}">
                <a16:creationId xmlns:a16="http://schemas.microsoft.com/office/drawing/2014/main" id="{47836A4A-FCE9-4BFD-DDBD-2E10731FB55B}"/>
              </a:ext>
            </a:extLst>
          </p:cNvPr>
          <p:cNvGrpSpPr/>
          <p:nvPr/>
        </p:nvGrpSpPr>
        <p:grpSpPr>
          <a:xfrm>
            <a:off x="-10206195" y="290124"/>
            <a:ext cx="5050000" cy="2308324"/>
            <a:chOff x="3956302" y="399871"/>
            <a:chExt cx="3455354" cy="2308324"/>
          </a:xfrm>
        </p:grpSpPr>
        <p:sp>
          <p:nvSpPr>
            <p:cNvPr id="53" name="Obdélník: se zakulacenými rohy 52">
              <a:extLst>
                <a:ext uri="{FF2B5EF4-FFF2-40B4-BE49-F238E27FC236}">
                  <a16:creationId xmlns:a16="http://schemas.microsoft.com/office/drawing/2014/main" id="{53C1F472-E2DE-793E-7F0E-70AAF0EDD2B1}"/>
                </a:ext>
              </a:extLst>
            </p:cNvPr>
            <p:cNvSpPr/>
            <p:nvPr/>
          </p:nvSpPr>
          <p:spPr>
            <a:xfrm>
              <a:off x="3956302" y="492826"/>
              <a:ext cx="3455354" cy="111938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54" name="TextovéPole 53">
              <a:extLst>
                <a:ext uri="{FF2B5EF4-FFF2-40B4-BE49-F238E27FC236}">
                  <a16:creationId xmlns:a16="http://schemas.microsoft.com/office/drawing/2014/main" id="{AE552C93-2926-9A16-90A9-CB458FC093DA}"/>
                </a:ext>
              </a:extLst>
            </p:cNvPr>
            <p:cNvSpPr txBox="1"/>
            <p:nvPr/>
          </p:nvSpPr>
          <p:spPr>
            <a:xfrm>
              <a:off x="4097053" y="399871"/>
              <a:ext cx="317385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Výsledky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pic>
        <p:nvPicPr>
          <p:cNvPr id="5" name="Obrázek 4">
            <a:extLst>
              <a:ext uri="{FF2B5EF4-FFF2-40B4-BE49-F238E27FC236}">
                <a16:creationId xmlns:a16="http://schemas.microsoft.com/office/drawing/2014/main" id="{FA01603E-7CC1-3234-1D10-A8830D8906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8" name="Skupina 37">
            <a:extLst>
              <a:ext uri="{FF2B5EF4-FFF2-40B4-BE49-F238E27FC236}">
                <a16:creationId xmlns:a16="http://schemas.microsoft.com/office/drawing/2014/main" id="{5D853FAA-085B-2358-6E7C-004ACD32AA7B}"/>
              </a:ext>
            </a:extLst>
          </p:cNvPr>
          <p:cNvGrpSpPr/>
          <p:nvPr/>
        </p:nvGrpSpPr>
        <p:grpSpPr>
          <a:xfrm>
            <a:off x="450696" y="87004"/>
            <a:ext cx="5999721" cy="2308324"/>
            <a:chOff x="450696" y="87004"/>
            <a:chExt cx="5999721" cy="2308324"/>
          </a:xfrm>
        </p:grpSpPr>
        <p:sp>
          <p:nvSpPr>
            <p:cNvPr id="8" name="Obdélník: se zakulacenými rohy 7">
              <a:extLst>
                <a:ext uri="{FF2B5EF4-FFF2-40B4-BE49-F238E27FC236}">
                  <a16:creationId xmlns:a16="http://schemas.microsoft.com/office/drawing/2014/main" id="{3AF6A9BB-CF10-0760-1EA4-4202795D4277}"/>
                </a:ext>
              </a:extLst>
            </p:cNvPr>
            <p:cNvSpPr/>
            <p:nvPr/>
          </p:nvSpPr>
          <p:spPr>
            <a:xfrm>
              <a:off x="450696" y="179959"/>
              <a:ext cx="5999721" cy="111938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" name="TextovéPole 8">
              <a:extLst>
                <a:ext uri="{FF2B5EF4-FFF2-40B4-BE49-F238E27FC236}">
                  <a16:creationId xmlns:a16="http://schemas.microsoft.com/office/drawing/2014/main" id="{D06DA5A6-35AA-9F9D-8A71-CD812DCBD700}"/>
                </a:ext>
              </a:extLst>
            </p:cNvPr>
            <p:cNvSpPr txBox="1"/>
            <p:nvPr/>
          </p:nvSpPr>
          <p:spPr>
            <a:xfrm>
              <a:off x="695090" y="87004"/>
              <a:ext cx="5510932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Konfigurace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041CA1B5-D14B-E541-C6CA-7D26917FA93A}"/>
              </a:ext>
            </a:extLst>
          </p:cNvPr>
          <p:cNvGrpSpPr/>
          <p:nvPr/>
        </p:nvGrpSpPr>
        <p:grpSpPr>
          <a:xfrm>
            <a:off x="1524000" y="13051905"/>
            <a:ext cx="8483602" cy="4720842"/>
            <a:chOff x="1732043" y="1652385"/>
            <a:chExt cx="8483602" cy="4720842"/>
          </a:xfrm>
        </p:grpSpPr>
        <p:sp>
          <p:nvSpPr>
            <p:cNvPr id="12" name="Obdélník: se zakulacenými rohy 55">
              <a:extLst>
                <a:ext uri="{FF2B5EF4-FFF2-40B4-BE49-F238E27FC236}">
                  <a16:creationId xmlns:a16="http://schemas.microsoft.com/office/drawing/2014/main" id="{61C98FBF-79EA-562F-33E5-1CC813DE2D37}"/>
                </a:ext>
              </a:extLst>
            </p:cNvPr>
            <p:cNvSpPr/>
            <p:nvPr/>
          </p:nvSpPr>
          <p:spPr>
            <a:xfrm>
              <a:off x="1732043" y="1652385"/>
              <a:ext cx="8483602" cy="4720842"/>
            </a:xfrm>
            <a:custGeom>
              <a:avLst/>
              <a:gdLst>
                <a:gd name="csX0" fmla="*/ 0 w 8514082"/>
                <a:gd name="csY0" fmla="*/ 783184 h 4699008"/>
                <a:gd name="csX1" fmla="*/ 783184 w 8514082"/>
                <a:gd name="csY1" fmla="*/ 0 h 4699008"/>
                <a:gd name="csX2" fmla="*/ 7730898 w 8514082"/>
                <a:gd name="csY2" fmla="*/ 0 h 4699008"/>
                <a:gd name="csX3" fmla="*/ 8514082 w 8514082"/>
                <a:gd name="csY3" fmla="*/ 783184 h 4699008"/>
                <a:gd name="csX4" fmla="*/ 8514082 w 8514082"/>
                <a:gd name="csY4" fmla="*/ 3915824 h 4699008"/>
                <a:gd name="csX5" fmla="*/ 7730898 w 8514082"/>
                <a:gd name="csY5" fmla="*/ 4699008 h 4699008"/>
                <a:gd name="csX6" fmla="*/ 783184 w 8514082"/>
                <a:gd name="csY6" fmla="*/ 4699008 h 4699008"/>
                <a:gd name="csX7" fmla="*/ 0 w 8514082"/>
                <a:gd name="csY7" fmla="*/ 3915824 h 4699008"/>
                <a:gd name="csX8" fmla="*/ 0 w 8514082"/>
                <a:gd name="csY8" fmla="*/ 783184 h 4699008"/>
                <a:gd name="csX0" fmla="*/ 10160 w 8514082"/>
                <a:gd name="csY0" fmla="*/ 337593 h 4710617"/>
                <a:gd name="csX1" fmla="*/ 783184 w 8514082"/>
                <a:gd name="csY1" fmla="*/ 11609 h 4710617"/>
                <a:gd name="csX2" fmla="*/ 7730898 w 8514082"/>
                <a:gd name="csY2" fmla="*/ 11609 h 4710617"/>
                <a:gd name="csX3" fmla="*/ 8514082 w 8514082"/>
                <a:gd name="csY3" fmla="*/ 794793 h 4710617"/>
                <a:gd name="csX4" fmla="*/ 8514082 w 8514082"/>
                <a:gd name="csY4" fmla="*/ 3927433 h 4710617"/>
                <a:gd name="csX5" fmla="*/ 7730898 w 8514082"/>
                <a:gd name="csY5" fmla="*/ 4710617 h 4710617"/>
                <a:gd name="csX6" fmla="*/ 783184 w 8514082"/>
                <a:gd name="csY6" fmla="*/ 4710617 h 4710617"/>
                <a:gd name="csX7" fmla="*/ 0 w 8514082"/>
                <a:gd name="csY7" fmla="*/ 3927433 h 4710617"/>
                <a:gd name="csX8" fmla="*/ 10160 w 8514082"/>
                <a:gd name="csY8" fmla="*/ 337593 h 4710617"/>
                <a:gd name="csX0" fmla="*/ 10160 w 8524242"/>
                <a:gd name="csY0" fmla="*/ 343329 h 4716353"/>
                <a:gd name="csX1" fmla="*/ 783184 w 8524242"/>
                <a:gd name="csY1" fmla="*/ 17345 h 4716353"/>
                <a:gd name="csX2" fmla="*/ 7730898 w 8524242"/>
                <a:gd name="csY2" fmla="*/ 17345 h 4716353"/>
                <a:gd name="csX3" fmla="*/ 8524242 w 8524242"/>
                <a:gd name="csY3" fmla="*/ 323009 h 4716353"/>
                <a:gd name="csX4" fmla="*/ 8514082 w 8524242"/>
                <a:gd name="csY4" fmla="*/ 3933169 h 4716353"/>
                <a:gd name="csX5" fmla="*/ 7730898 w 8524242"/>
                <a:gd name="csY5" fmla="*/ 4716353 h 4716353"/>
                <a:gd name="csX6" fmla="*/ 783184 w 8524242"/>
                <a:gd name="csY6" fmla="*/ 4716353 h 4716353"/>
                <a:gd name="csX7" fmla="*/ 0 w 8524242"/>
                <a:gd name="csY7" fmla="*/ 3933169 h 4716353"/>
                <a:gd name="csX8" fmla="*/ 10160 w 8524242"/>
                <a:gd name="csY8" fmla="*/ 343329 h 4716353"/>
                <a:gd name="csX0" fmla="*/ 10160 w 8524242"/>
                <a:gd name="csY0" fmla="*/ 337594 h 4710618"/>
                <a:gd name="csX1" fmla="*/ 783184 w 8524242"/>
                <a:gd name="csY1" fmla="*/ 11610 h 4710618"/>
                <a:gd name="csX2" fmla="*/ 7964578 w 8524242"/>
                <a:gd name="csY2" fmla="*/ 21770 h 4710618"/>
                <a:gd name="csX3" fmla="*/ 8524242 w 8524242"/>
                <a:gd name="csY3" fmla="*/ 317274 h 4710618"/>
                <a:gd name="csX4" fmla="*/ 8514082 w 8524242"/>
                <a:gd name="csY4" fmla="*/ 3927434 h 4710618"/>
                <a:gd name="csX5" fmla="*/ 7730898 w 8524242"/>
                <a:gd name="csY5" fmla="*/ 4710618 h 4710618"/>
                <a:gd name="csX6" fmla="*/ 783184 w 8524242"/>
                <a:gd name="csY6" fmla="*/ 4710618 h 4710618"/>
                <a:gd name="csX7" fmla="*/ 0 w 8524242"/>
                <a:gd name="csY7" fmla="*/ 3927434 h 4710618"/>
                <a:gd name="csX8" fmla="*/ 10160 w 8524242"/>
                <a:gd name="csY8" fmla="*/ 337594 h 4710618"/>
                <a:gd name="csX0" fmla="*/ 10160 w 8524242"/>
                <a:gd name="csY0" fmla="*/ 337594 h 4710618"/>
                <a:gd name="csX1" fmla="*/ 783184 w 8524242"/>
                <a:gd name="csY1" fmla="*/ 11610 h 4710618"/>
                <a:gd name="csX2" fmla="*/ 7964578 w 8524242"/>
                <a:gd name="csY2" fmla="*/ 21770 h 4710618"/>
                <a:gd name="csX3" fmla="*/ 8524242 w 8524242"/>
                <a:gd name="csY3" fmla="*/ 408714 h 4710618"/>
                <a:gd name="csX4" fmla="*/ 8514082 w 8524242"/>
                <a:gd name="csY4" fmla="*/ 3927434 h 4710618"/>
                <a:gd name="csX5" fmla="*/ 7730898 w 8524242"/>
                <a:gd name="csY5" fmla="*/ 4710618 h 4710618"/>
                <a:gd name="csX6" fmla="*/ 783184 w 8524242"/>
                <a:gd name="csY6" fmla="*/ 4710618 h 4710618"/>
                <a:gd name="csX7" fmla="*/ 0 w 8524242"/>
                <a:gd name="csY7" fmla="*/ 3927434 h 4710618"/>
                <a:gd name="csX8" fmla="*/ 10160 w 8524242"/>
                <a:gd name="csY8" fmla="*/ 337594 h 4710618"/>
                <a:gd name="csX0" fmla="*/ 0 w 8514082"/>
                <a:gd name="csY0" fmla="*/ 337594 h 4715769"/>
                <a:gd name="csX1" fmla="*/ 773024 w 8514082"/>
                <a:gd name="csY1" fmla="*/ 11610 h 4715769"/>
                <a:gd name="csX2" fmla="*/ 7954418 w 8514082"/>
                <a:gd name="csY2" fmla="*/ 21770 h 4715769"/>
                <a:gd name="csX3" fmla="*/ 8514082 w 8514082"/>
                <a:gd name="csY3" fmla="*/ 408714 h 4715769"/>
                <a:gd name="csX4" fmla="*/ 8503922 w 8514082"/>
                <a:gd name="csY4" fmla="*/ 3927434 h 4715769"/>
                <a:gd name="csX5" fmla="*/ 7720738 w 8514082"/>
                <a:gd name="csY5" fmla="*/ 4710618 h 4715769"/>
                <a:gd name="csX6" fmla="*/ 773024 w 8514082"/>
                <a:gd name="csY6" fmla="*/ 4710618 h 4715769"/>
                <a:gd name="csX7" fmla="*/ 0 w 8514082"/>
                <a:gd name="csY7" fmla="*/ 4354154 h 4715769"/>
                <a:gd name="csX8" fmla="*/ 0 w 8514082"/>
                <a:gd name="csY8" fmla="*/ 337594 h 4715769"/>
                <a:gd name="csX0" fmla="*/ 0 w 8514082"/>
                <a:gd name="csY0" fmla="*/ 337594 h 4715769"/>
                <a:gd name="csX1" fmla="*/ 773024 w 8514082"/>
                <a:gd name="csY1" fmla="*/ 11610 h 4715769"/>
                <a:gd name="csX2" fmla="*/ 7954418 w 8514082"/>
                <a:gd name="csY2" fmla="*/ 21770 h 4715769"/>
                <a:gd name="csX3" fmla="*/ 8514082 w 8514082"/>
                <a:gd name="csY3" fmla="*/ 408714 h 4715769"/>
                <a:gd name="csX4" fmla="*/ 8503922 w 8514082"/>
                <a:gd name="csY4" fmla="*/ 3927434 h 4715769"/>
                <a:gd name="csX5" fmla="*/ 7720738 w 8514082"/>
                <a:gd name="csY5" fmla="*/ 4710618 h 4715769"/>
                <a:gd name="csX6" fmla="*/ 579984 w 8514082"/>
                <a:gd name="csY6" fmla="*/ 4710618 h 4715769"/>
                <a:gd name="csX7" fmla="*/ 0 w 8514082"/>
                <a:gd name="csY7" fmla="*/ 4354154 h 4715769"/>
                <a:gd name="csX8" fmla="*/ 0 w 8514082"/>
                <a:gd name="csY8" fmla="*/ 337594 h 4715769"/>
                <a:gd name="csX0" fmla="*/ 0 w 8514082"/>
                <a:gd name="csY0" fmla="*/ 337594 h 4717626"/>
                <a:gd name="csX1" fmla="*/ 773024 w 8514082"/>
                <a:gd name="csY1" fmla="*/ 11610 h 4717626"/>
                <a:gd name="csX2" fmla="*/ 7954418 w 8514082"/>
                <a:gd name="csY2" fmla="*/ 21770 h 4717626"/>
                <a:gd name="csX3" fmla="*/ 8514082 w 8514082"/>
                <a:gd name="csY3" fmla="*/ 408714 h 4717626"/>
                <a:gd name="csX4" fmla="*/ 8473442 w 8514082"/>
                <a:gd name="csY4" fmla="*/ 4364314 h 4717626"/>
                <a:gd name="csX5" fmla="*/ 7720738 w 8514082"/>
                <a:gd name="csY5" fmla="*/ 4710618 h 4717626"/>
                <a:gd name="csX6" fmla="*/ 579984 w 8514082"/>
                <a:gd name="csY6" fmla="*/ 4710618 h 4717626"/>
                <a:gd name="csX7" fmla="*/ 0 w 8514082"/>
                <a:gd name="csY7" fmla="*/ 4354154 h 4717626"/>
                <a:gd name="csX8" fmla="*/ 0 w 8514082"/>
                <a:gd name="csY8" fmla="*/ 337594 h 4717626"/>
                <a:gd name="csX0" fmla="*/ 0 w 8514082"/>
                <a:gd name="csY0" fmla="*/ 337594 h 4725929"/>
                <a:gd name="csX1" fmla="*/ 773024 w 8514082"/>
                <a:gd name="csY1" fmla="*/ 11610 h 4725929"/>
                <a:gd name="csX2" fmla="*/ 7954418 w 8514082"/>
                <a:gd name="csY2" fmla="*/ 21770 h 4725929"/>
                <a:gd name="csX3" fmla="*/ 8514082 w 8514082"/>
                <a:gd name="csY3" fmla="*/ 408714 h 4725929"/>
                <a:gd name="csX4" fmla="*/ 8473442 w 8514082"/>
                <a:gd name="csY4" fmla="*/ 4364314 h 4725929"/>
                <a:gd name="csX5" fmla="*/ 7954418 w 8514082"/>
                <a:gd name="csY5" fmla="*/ 4720778 h 4725929"/>
                <a:gd name="csX6" fmla="*/ 579984 w 8514082"/>
                <a:gd name="csY6" fmla="*/ 4710618 h 4725929"/>
                <a:gd name="csX7" fmla="*/ 0 w 8514082"/>
                <a:gd name="csY7" fmla="*/ 4354154 h 4725929"/>
                <a:gd name="csX8" fmla="*/ 0 w 8514082"/>
                <a:gd name="csY8" fmla="*/ 337594 h 4725929"/>
                <a:gd name="csX0" fmla="*/ 0 w 8514082"/>
                <a:gd name="csY0" fmla="*/ 337594 h 4720842"/>
                <a:gd name="csX1" fmla="*/ 773024 w 8514082"/>
                <a:gd name="csY1" fmla="*/ 11610 h 4720842"/>
                <a:gd name="csX2" fmla="*/ 7954418 w 8514082"/>
                <a:gd name="csY2" fmla="*/ 21770 h 4720842"/>
                <a:gd name="csX3" fmla="*/ 8514082 w 8514082"/>
                <a:gd name="csY3" fmla="*/ 408714 h 4720842"/>
                <a:gd name="csX4" fmla="*/ 8473442 w 8514082"/>
                <a:gd name="csY4" fmla="*/ 4303354 h 4720842"/>
                <a:gd name="csX5" fmla="*/ 7954418 w 8514082"/>
                <a:gd name="csY5" fmla="*/ 4720778 h 4720842"/>
                <a:gd name="csX6" fmla="*/ 579984 w 8514082"/>
                <a:gd name="csY6" fmla="*/ 4710618 h 4720842"/>
                <a:gd name="csX7" fmla="*/ 0 w 8514082"/>
                <a:gd name="csY7" fmla="*/ 4354154 h 4720842"/>
                <a:gd name="csX8" fmla="*/ 0 w 8514082"/>
                <a:gd name="csY8" fmla="*/ 337594 h 4720842"/>
                <a:gd name="csX0" fmla="*/ 0 w 8483602"/>
                <a:gd name="csY0" fmla="*/ 337594 h 4720842"/>
                <a:gd name="csX1" fmla="*/ 773024 w 8483602"/>
                <a:gd name="csY1" fmla="*/ 11610 h 4720842"/>
                <a:gd name="csX2" fmla="*/ 7954418 w 8483602"/>
                <a:gd name="csY2" fmla="*/ 21770 h 4720842"/>
                <a:gd name="csX3" fmla="*/ 8483602 w 8483602"/>
                <a:gd name="csY3" fmla="*/ 408714 h 4720842"/>
                <a:gd name="csX4" fmla="*/ 8473442 w 8483602"/>
                <a:gd name="csY4" fmla="*/ 4303354 h 4720842"/>
                <a:gd name="csX5" fmla="*/ 7954418 w 8483602"/>
                <a:gd name="csY5" fmla="*/ 4720778 h 4720842"/>
                <a:gd name="csX6" fmla="*/ 579984 w 8483602"/>
                <a:gd name="csY6" fmla="*/ 4710618 h 4720842"/>
                <a:gd name="csX7" fmla="*/ 0 w 8483602"/>
                <a:gd name="csY7" fmla="*/ 4354154 h 4720842"/>
                <a:gd name="csX8" fmla="*/ 0 w 8483602"/>
                <a:gd name="csY8" fmla="*/ 337594 h 4720842"/>
                <a:gd name="csX0" fmla="*/ 0 w 8483602"/>
                <a:gd name="csY0" fmla="*/ 337594 h 4720842"/>
                <a:gd name="csX1" fmla="*/ 773024 w 8483602"/>
                <a:gd name="csY1" fmla="*/ 11610 h 4720842"/>
                <a:gd name="csX2" fmla="*/ 7954418 w 8483602"/>
                <a:gd name="csY2" fmla="*/ 21770 h 4720842"/>
                <a:gd name="csX3" fmla="*/ 8483602 w 8483602"/>
                <a:gd name="csY3" fmla="*/ 429034 h 4720842"/>
                <a:gd name="csX4" fmla="*/ 8473442 w 8483602"/>
                <a:gd name="csY4" fmla="*/ 4303354 h 4720842"/>
                <a:gd name="csX5" fmla="*/ 7954418 w 8483602"/>
                <a:gd name="csY5" fmla="*/ 4720778 h 4720842"/>
                <a:gd name="csX6" fmla="*/ 579984 w 8483602"/>
                <a:gd name="csY6" fmla="*/ 4710618 h 4720842"/>
                <a:gd name="csX7" fmla="*/ 0 w 8483602"/>
                <a:gd name="csY7" fmla="*/ 4354154 h 4720842"/>
                <a:gd name="csX8" fmla="*/ 0 w 8483602"/>
                <a:gd name="csY8" fmla="*/ 337594 h 4720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83602" h="4720842">
                  <a:moveTo>
                    <a:pt x="0" y="337594"/>
                  </a:moveTo>
                  <a:cubicBezTo>
                    <a:pt x="0" y="-94947"/>
                    <a:pt x="340483" y="11610"/>
                    <a:pt x="773024" y="11610"/>
                  </a:cubicBezTo>
                  <a:lnTo>
                    <a:pt x="7954418" y="21770"/>
                  </a:lnTo>
                  <a:cubicBezTo>
                    <a:pt x="8386959" y="21770"/>
                    <a:pt x="8483602" y="-3507"/>
                    <a:pt x="8483602" y="429034"/>
                  </a:cubicBezTo>
                  <a:cubicBezTo>
                    <a:pt x="8480215" y="1632421"/>
                    <a:pt x="8476829" y="3099967"/>
                    <a:pt x="8473442" y="4303354"/>
                  </a:cubicBezTo>
                  <a:cubicBezTo>
                    <a:pt x="8473442" y="4735895"/>
                    <a:pt x="8386959" y="4720778"/>
                    <a:pt x="7954418" y="4720778"/>
                  </a:cubicBezTo>
                  <a:lnTo>
                    <a:pt x="579984" y="4710618"/>
                  </a:lnTo>
                  <a:cubicBezTo>
                    <a:pt x="147443" y="4710618"/>
                    <a:pt x="0" y="4786695"/>
                    <a:pt x="0" y="4354154"/>
                  </a:cubicBezTo>
                  <a:lnTo>
                    <a:pt x="0" y="337594"/>
                  </a:ln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15" name="Obrázek 14">
              <a:extLst>
                <a:ext uri="{FF2B5EF4-FFF2-40B4-BE49-F238E27FC236}">
                  <a16:creationId xmlns:a16="http://schemas.microsoft.com/office/drawing/2014/main" id="{7DAA856C-F855-1FD9-F4BA-0C5A10A79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7581" y="1718107"/>
              <a:ext cx="8112525" cy="4563296"/>
            </a:xfrm>
            <a:prstGeom prst="rect">
              <a:avLst/>
            </a:prstGeom>
          </p:spPr>
        </p:pic>
      </p:grpSp>
      <p:grpSp>
        <p:nvGrpSpPr>
          <p:cNvPr id="22" name="Skupina 21">
            <a:extLst>
              <a:ext uri="{FF2B5EF4-FFF2-40B4-BE49-F238E27FC236}">
                <a16:creationId xmlns:a16="http://schemas.microsoft.com/office/drawing/2014/main" id="{8794879F-15E4-5D1C-BF8E-10D96F28B259}"/>
              </a:ext>
            </a:extLst>
          </p:cNvPr>
          <p:cNvGrpSpPr/>
          <p:nvPr/>
        </p:nvGrpSpPr>
        <p:grpSpPr>
          <a:xfrm>
            <a:off x="1560423" y="2090035"/>
            <a:ext cx="3795805" cy="853283"/>
            <a:chOff x="1400536" y="3044142"/>
            <a:chExt cx="3795805" cy="853283"/>
          </a:xfrm>
        </p:grpSpPr>
        <p:sp>
          <p:nvSpPr>
            <p:cNvPr id="20" name="Obdélník: se zakulacenými rohy 19">
              <a:extLst>
                <a:ext uri="{FF2B5EF4-FFF2-40B4-BE49-F238E27FC236}">
                  <a16:creationId xmlns:a16="http://schemas.microsoft.com/office/drawing/2014/main" id="{E7580BBA-3EB2-4DF6-2810-46CC28D6CDF0}"/>
                </a:ext>
              </a:extLst>
            </p:cNvPr>
            <p:cNvSpPr/>
            <p:nvPr/>
          </p:nvSpPr>
          <p:spPr>
            <a:xfrm>
              <a:off x="1400536" y="3044142"/>
              <a:ext cx="3658833" cy="853283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21" name="TextovéPole 20">
              <a:extLst>
                <a:ext uri="{FF2B5EF4-FFF2-40B4-BE49-F238E27FC236}">
                  <a16:creationId xmlns:a16="http://schemas.microsoft.com/office/drawing/2014/main" id="{9B55AA59-691E-2924-5E94-65EDAF637363}"/>
                </a:ext>
              </a:extLst>
            </p:cNvPr>
            <p:cNvSpPr txBox="1"/>
            <p:nvPr/>
          </p:nvSpPr>
          <p:spPr>
            <a:xfrm>
              <a:off x="1400536" y="3275450"/>
              <a:ext cx="37958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Možnost upravovat přes příkazy</a:t>
              </a:r>
            </a:p>
          </p:txBody>
        </p:sp>
      </p:grpSp>
      <p:grpSp>
        <p:nvGrpSpPr>
          <p:cNvPr id="37" name="Skupina 36">
            <a:extLst>
              <a:ext uri="{FF2B5EF4-FFF2-40B4-BE49-F238E27FC236}">
                <a16:creationId xmlns:a16="http://schemas.microsoft.com/office/drawing/2014/main" id="{6EA1C97A-CCFA-F729-8439-01A3E7FC60FF}"/>
              </a:ext>
            </a:extLst>
          </p:cNvPr>
          <p:cNvGrpSpPr/>
          <p:nvPr/>
        </p:nvGrpSpPr>
        <p:grpSpPr>
          <a:xfrm>
            <a:off x="940879" y="3186017"/>
            <a:ext cx="4858037" cy="2071783"/>
            <a:chOff x="940879" y="3186017"/>
            <a:chExt cx="4858037" cy="2071783"/>
          </a:xfrm>
        </p:grpSpPr>
        <p:sp>
          <p:nvSpPr>
            <p:cNvPr id="27" name="Obdélník: se zakulacenými rohy 17">
              <a:extLst>
                <a:ext uri="{FF2B5EF4-FFF2-40B4-BE49-F238E27FC236}">
                  <a16:creationId xmlns:a16="http://schemas.microsoft.com/office/drawing/2014/main" id="{C8AB917D-277E-2D64-E70A-ADA87AB7039A}"/>
                </a:ext>
              </a:extLst>
            </p:cNvPr>
            <p:cNvSpPr/>
            <p:nvPr/>
          </p:nvSpPr>
          <p:spPr>
            <a:xfrm>
              <a:off x="940879" y="3186017"/>
              <a:ext cx="4858037" cy="2071783"/>
            </a:xfrm>
            <a:custGeom>
              <a:avLst/>
              <a:gdLst>
                <a:gd name="csX0" fmla="*/ 0 w 4105088"/>
                <a:gd name="csY0" fmla="*/ 684195 h 6684185"/>
                <a:gd name="csX1" fmla="*/ 684195 w 4105088"/>
                <a:gd name="csY1" fmla="*/ 0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684195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417978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417978 h 6684185"/>
                <a:gd name="csX0" fmla="*/ 0 w 4105094"/>
                <a:gd name="csY0" fmla="*/ 406404 h 6672611"/>
                <a:gd name="csX1" fmla="*/ 406402 w 4105094"/>
                <a:gd name="csY1" fmla="*/ 0 h 6672611"/>
                <a:gd name="csX2" fmla="*/ 3733409 w 4105094"/>
                <a:gd name="csY2" fmla="*/ 0 h 6672611"/>
                <a:gd name="csX3" fmla="*/ 4105088 w 4105094"/>
                <a:gd name="csY3" fmla="*/ 672621 h 6672611"/>
                <a:gd name="csX4" fmla="*/ 4105088 w 4105094"/>
                <a:gd name="csY4" fmla="*/ 5988416 h 6672611"/>
                <a:gd name="csX5" fmla="*/ 3420893 w 4105094"/>
                <a:gd name="csY5" fmla="*/ 6672611 h 6672611"/>
                <a:gd name="csX6" fmla="*/ 684195 w 4105094"/>
                <a:gd name="csY6" fmla="*/ 6672611 h 6672611"/>
                <a:gd name="csX7" fmla="*/ 0 w 4105094"/>
                <a:gd name="csY7" fmla="*/ 5988416 h 6672611"/>
                <a:gd name="csX8" fmla="*/ 0 w 4105094"/>
                <a:gd name="csY8" fmla="*/ 406404 h 6672611"/>
                <a:gd name="csX0" fmla="*/ 0 w 4105088"/>
                <a:gd name="csY0" fmla="*/ 406404 h 6672611"/>
                <a:gd name="csX1" fmla="*/ 406402 w 4105088"/>
                <a:gd name="csY1" fmla="*/ 0 h 6672611"/>
                <a:gd name="csX2" fmla="*/ 3733409 w 4105088"/>
                <a:gd name="csY2" fmla="*/ 0 h 6672611"/>
                <a:gd name="csX3" fmla="*/ 4093513 w 4105088"/>
                <a:gd name="csY3" fmla="*/ 394829 h 6672611"/>
                <a:gd name="csX4" fmla="*/ 4105088 w 4105088"/>
                <a:gd name="csY4" fmla="*/ 5988416 h 6672611"/>
                <a:gd name="csX5" fmla="*/ 3420893 w 4105088"/>
                <a:gd name="csY5" fmla="*/ 6672611 h 6672611"/>
                <a:gd name="csX6" fmla="*/ 684195 w 4105088"/>
                <a:gd name="csY6" fmla="*/ 6672611 h 6672611"/>
                <a:gd name="csX7" fmla="*/ 0 w 4105088"/>
                <a:gd name="csY7" fmla="*/ 5988416 h 6672611"/>
                <a:gd name="csX8" fmla="*/ 0 w 4105088"/>
                <a:gd name="csY8" fmla="*/ 406404 h 6672611"/>
                <a:gd name="csX0" fmla="*/ 0 w 4105088"/>
                <a:gd name="csY0" fmla="*/ 406404 h 6672617"/>
                <a:gd name="csX1" fmla="*/ 406402 w 4105088"/>
                <a:gd name="csY1" fmla="*/ 0 h 6672617"/>
                <a:gd name="csX2" fmla="*/ 3733409 w 4105088"/>
                <a:gd name="csY2" fmla="*/ 0 h 6672617"/>
                <a:gd name="csX3" fmla="*/ 4093513 w 4105088"/>
                <a:gd name="csY3" fmla="*/ 394829 h 6672617"/>
                <a:gd name="csX4" fmla="*/ 4105088 w 4105088"/>
                <a:gd name="csY4" fmla="*/ 6300932 h 6672617"/>
                <a:gd name="csX5" fmla="*/ 3420893 w 4105088"/>
                <a:gd name="csY5" fmla="*/ 6672611 h 6672617"/>
                <a:gd name="csX6" fmla="*/ 684195 w 4105088"/>
                <a:gd name="csY6" fmla="*/ 6672611 h 6672617"/>
                <a:gd name="csX7" fmla="*/ 0 w 4105088"/>
                <a:gd name="csY7" fmla="*/ 5988416 h 6672617"/>
                <a:gd name="csX8" fmla="*/ 0 w 4105088"/>
                <a:gd name="csY8" fmla="*/ 406404 h 6672617"/>
                <a:gd name="csX0" fmla="*/ 0 w 4105618"/>
                <a:gd name="csY0" fmla="*/ 406404 h 6672611"/>
                <a:gd name="csX1" fmla="*/ 406402 w 4105618"/>
                <a:gd name="csY1" fmla="*/ 0 h 6672611"/>
                <a:gd name="csX2" fmla="*/ 3733409 w 4105618"/>
                <a:gd name="csY2" fmla="*/ 0 h 6672611"/>
                <a:gd name="csX3" fmla="*/ 4093513 w 4105618"/>
                <a:gd name="csY3" fmla="*/ 394829 h 6672611"/>
                <a:gd name="csX4" fmla="*/ 4105088 w 4105618"/>
                <a:gd name="csY4" fmla="*/ 6300932 h 6672611"/>
                <a:gd name="csX5" fmla="*/ 3756559 w 4105618"/>
                <a:gd name="csY5" fmla="*/ 6661036 h 6672611"/>
                <a:gd name="csX6" fmla="*/ 684195 w 4105618"/>
                <a:gd name="csY6" fmla="*/ 6672611 h 6672611"/>
                <a:gd name="csX7" fmla="*/ 0 w 4105618"/>
                <a:gd name="csY7" fmla="*/ 5988416 h 6672611"/>
                <a:gd name="csX8" fmla="*/ 0 w 4105618"/>
                <a:gd name="csY8" fmla="*/ 406404 h 6672611"/>
                <a:gd name="csX0" fmla="*/ 2481 w 4108099"/>
                <a:gd name="csY0" fmla="*/ 406404 h 6672611"/>
                <a:gd name="csX1" fmla="*/ 408883 w 4108099"/>
                <a:gd name="csY1" fmla="*/ 0 h 6672611"/>
                <a:gd name="csX2" fmla="*/ 3735890 w 4108099"/>
                <a:gd name="csY2" fmla="*/ 0 h 6672611"/>
                <a:gd name="csX3" fmla="*/ 4095994 w 4108099"/>
                <a:gd name="csY3" fmla="*/ 394829 h 6672611"/>
                <a:gd name="csX4" fmla="*/ 4107569 w 4108099"/>
                <a:gd name="csY4" fmla="*/ 6300932 h 6672611"/>
                <a:gd name="csX5" fmla="*/ 3759040 w 4108099"/>
                <a:gd name="csY5" fmla="*/ 6661036 h 6672611"/>
                <a:gd name="csX6" fmla="*/ 327860 w 4108099"/>
                <a:gd name="csY6" fmla="*/ 6672611 h 6672611"/>
                <a:gd name="csX7" fmla="*/ 2481 w 4108099"/>
                <a:gd name="csY7" fmla="*/ 5988416 h 6672611"/>
                <a:gd name="csX8" fmla="*/ 2481 w 4108099"/>
                <a:gd name="csY8" fmla="*/ 406404 h 6672611"/>
                <a:gd name="csX0" fmla="*/ 12871 w 4118489"/>
                <a:gd name="csY0" fmla="*/ 406404 h 6672611"/>
                <a:gd name="csX1" fmla="*/ 419273 w 4118489"/>
                <a:gd name="csY1" fmla="*/ 0 h 6672611"/>
                <a:gd name="csX2" fmla="*/ 3746280 w 4118489"/>
                <a:gd name="csY2" fmla="*/ 0 h 6672611"/>
                <a:gd name="csX3" fmla="*/ 4106384 w 4118489"/>
                <a:gd name="csY3" fmla="*/ 394829 h 6672611"/>
                <a:gd name="csX4" fmla="*/ 4117959 w 4118489"/>
                <a:gd name="csY4" fmla="*/ 6300932 h 6672611"/>
                <a:gd name="csX5" fmla="*/ 3769430 w 4118489"/>
                <a:gd name="csY5" fmla="*/ 6661036 h 6672611"/>
                <a:gd name="csX6" fmla="*/ 338250 w 4118489"/>
                <a:gd name="csY6" fmla="*/ 6672611 h 6672611"/>
                <a:gd name="csX7" fmla="*/ 1296 w 4118489"/>
                <a:gd name="csY7" fmla="*/ 6219909 h 6672611"/>
                <a:gd name="csX8" fmla="*/ 12871 w 4118489"/>
                <a:gd name="csY8" fmla="*/ 406404 h 6672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18489" h="6672611">
                  <a:moveTo>
                    <a:pt x="12871" y="406404"/>
                  </a:moveTo>
                  <a:cubicBezTo>
                    <a:pt x="12871" y="28534"/>
                    <a:pt x="41403" y="0"/>
                    <a:pt x="419273" y="0"/>
                  </a:cubicBezTo>
                  <a:lnTo>
                    <a:pt x="3746280" y="0"/>
                  </a:lnTo>
                  <a:cubicBezTo>
                    <a:pt x="4124150" y="0"/>
                    <a:pt x="4106384" y="16959"/>
                    <a:pt x="4106384" y="394829"/>
                  </a:cubicBezTo>
                  <a:cubicBezTo>
                    <a:pt x="4110242" y="2259358"/>
                    <a:pt x="4114101" y="4436403"/>
                    <a:pt x="4117959" y="6300932"/>
                  </a:cubicBezTo>
                  <a:cubicBezTo>
                    <a:pt x="4117959" y="6678802"/>
                    <a:pt x="4147300" y="6661036"/>
                    <a:pt x="3769430" y="6661036"/>
                  </a:cubicBezTo>
                  <a:lnTo>
                    <a:pt x="338250" y="6672611"/>
                  </a:lnTo>
                  <a:cubicBezTo>
                    <a:pt x="-39620" y="6672611"/>
                    <a:pt x="1296" y="6597779"/>
                    <a:pt x="1296" y="6219909"/>
                  </a:cubicBezTo>
                  <a:cubicBezTo>
                    <a:pt x="5154" y="4282074"/>
                    <a:pt x="9013" y="2344239"/>
                    <a:pt x="12871" y="406404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29" name="Obrázek 28">
              <a:extLst>
                <a:ext uri="{FF2B5EF4-FFF2-40B4-BE49-F238E27FC236}">
                  <a16:creationId xmlns:a16="http://schemas.microsoft.com/office/drawing/2014/main" id="{C8768641-FDA9-5CC2-87B7-ECE7B9B95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84561" y="3329610"/>
              <a:ext cx="4381248" cy="1775894"/>
            </a:xfrm>
            <a:prstGeom prst="rect">
              <a:avLst/>
            </a:prstGeom>
          </p:spPr>
        </p:pic>
        <p:sp>
          <p:nvSpPr>
            <p:cNvPr id="36" name="Šipka: doleva 35">
              <a:extLst>
                <a:ext uri="{FF2B5EF4-FFF2-40B4-BE49-F238E27FC236}">
                  <a16:creationId xmlns:a16="http://schemas.microsoft.com/office/drawing/2014/main" id="{55971360-6386-4C07-85E8-8ABEB8E3B242}"/>
                </a:ext>
              </a:extLst>
            </p:cNvPr>
            <p:cNvSpPr/>
            <p:nvPr/>
          </p:nvSpPr>
          <p:spPr>
            <a:xfrm rot="483619">
              <a:off x="3053739" y="4753876"/>
              <a:ext cx="1246758" cy="484632"/>
            </a:xfrm>
            <a:prstGeom prst="lef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40" name="Skupina 39">
            <a:extLst>
              <a:ext uri="{FF2B5EF4-FFF2-40B4-BE49-F238E27FC236}">
                <a16:creationId xmlns:a16="http://schemas.microsoft.com/office/drawing/2014/main" id="{0FFE5910-1743-D3EE-2156-3F3721D63C42}"/>
              </a:ext>
            </a:extLst>
          </p:cNvPr>
          <p:cNvGrpSpPr/>
          <p:nvPr/>
        </p:nvGrpSpPr>
        <p:grpSpPr>
          <a:xfrm>
            <a:off x="2850988" y="-3600000"/>
            <a:ext cx="6490020" cy="1543050"/>
            <a:chOff x="2850988" y="198438"/>
            <a:chExt cx="6490020" cy="1543050"/>
          </a:xfrm>
        </p:grpSpPr>
        <p:sp>
          <p:nvSpPr>
            <p:cNvPr id="41" name="Obdélník: se zakulacenými rohy 40">
              <a:extLst>
                <a:ext uri="{FF2B5EF4-FFF2-40B4-BE49-F238E27FC236}">
                  <a16:creationId xmlns:a16="http://schemas.microsoft.com/office/drawing/2014/main" id="{8631626E-C3B4-8376-6B9F-18BA9389A531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2" name="TextovéPole 41">
              <a:extLst>
                <a:ext uri="{FF2B5EF4-FFF2-40B4-BE49-F238E27FC236}">
                  <a16:creationId xmlns:a16="http://schemas.microsoft.com/office/drawing/2014/main" id="{AFCAB0CF-463C-0A57-DA4F-FF1CE117FFFA}"/>
                </a:ext>
              </a:extLst>
            </p:cNvPr>
            <p:cNvSpPr txBox="1"/>
            <p:nvPr/>
          </p:nvSpPr>
          <p:spPr>
            <a:xfrm>
              <a:off x="2850988" y="369798"/>
              <a:ext cx="64900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Větší problémy</a:t>
              </a:r>
            </a:p>
          </p:txBody>
        </p:sp>
      </p:grpSp>
      <p:grpSp>
        <p:nvGrpSpPr>
          <p:cNvPr id="43" name="Skupina 42">
            <a:extLst>
              <a:ext uri="{FF2B5EF4-FFF2-40B4-BE49-F238E27FC236}">
                <a16:creationId xmlns:a16="http://schemas.microsoft.com/office/drawing/2014/main" id="{4AAEF2CF-C954-17F7-5FB1-F4C25FEEA54A}"/>
              </a:ext>
            </a:extLst>
          </p:cNvPr>
          <p:cNvGrpSpPr/>
          <p:nvPr/>
        </p:nvGrpSpPr>
        <p:grpSpPr>
          <a:xfrm>
            <a:off x="-9000000" y="2662646"/>
            <a:ext cx="6490020" cy="913764"/>
            <a:chOff x="189068" y="3126919"/>
            <a:chExt cx="6490020" cy="913764"/>
          </a:xfrm>
        </p:grpSpPr>
        <p:sp>
          <p:nvSpPr>
            <p:cNvPr id="44" name="Obdélník: se zakulacenými rohy 43">
              <a:extLst>
                <a:ext uri="{FF2B5EF4-FFF2-40B4-BE49-F238E27FC236}">
                  <a16:creationId xmlns:a16="http://schemas.microsoft.com/office/drawing/2014/main" id="{2721C9D5-28A5-4B0E-E6E3-FD5470222889}"/>
                </a:ext>
              </a:extLst>
            </p:cNvPr>
            <p:cNvSpPr/>
            <p:nvPr/>
          </p:nvSpPr>
          <p:spPr>
            <a:xfrm>
              <a:off x="1635758" y="3126919"/>
              <a:ext cx="359664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5" name="TextovéPole 44">
              <a:extLst>
                <a:ext uri="{FF2B5EF4-FFF2-40B4-BE49-F238E27FC236}">
                  <a16:creationId xmlns:a16="http://schemas.microsoft.com/office/drawing/2014/main" id="{E38C0D9E-1884-103D-5F66-BCF7EDA695D9}"/>
                </a:ext>
              </a:extLst>
            </p:cNvPr>
            <p:cNvSpPr txBox="1"/>
            <p:nvPr/>
          </p:nvSpPr>
          <p:spPr>
            <a:xfrm>
              <a:off x="189068" y="326063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Čas (Delta </a:t>
              </a:r>
              <a:r>
                <a:rPr lang="cs-CZ" sz="3600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time</a:t>
              </a:r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46" name="Skupina 45">
            <a:extLst>
              <a:ext uri="{FF2B5EF4-FFF2-40B4-BE49-F238E27FC236}">
                <a16:creationId xmlns:a16="http://schemas.microsoft.com/office/drawing/2014/main" id="{2D08FDE7-292E-6FE7-4821-C5E499F90A1A}"/>
              </a:ext>
            </a:extLst>
          </p:cNvPr>
          <p:cNvGrpSpPr/>
          <p:nvPr/>
        </p:nvGrpSpPr>
        <p:grpSpPr>
          <a:xfrm>
            <a:off x="18000000" y="4028618"/>
            <a:ext cx="6490020" cy="913764"/>
            <a:chOff x="189068" y="3126919"/>
            <a:chExt cx="6490020" cy="913764"/>
          </a:xfrm>
        </p:grpSpPr>
        <p:sp>
          <p:nvSpPr>
            <p:cNvPr id="47" name="Obdélník: se zakulacenými rohy 46">
              <a:extLst>
                <a:ext uri="{FF2B5EF4-FFF2-40B4-BE49-F238E27FC236}">
                  <a16:creationId xmlns:a16="http://schemas.microsoft.com/office/drawing/2014/main" id="{46D6D138-CFBE-7445-4050-719C40D52EDC}"/>
                </a:ext>
              </a:extLst>
            </p:cNvPr>
            <p:cNvSpPr/>
            <p:nvPr/>
          </p:nvSpPr>
          <p:spPr>
            <a:xfrm>
              <a:off x="1345086" y="3126919"/>
              <a:ext cx="4094482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8" name="TextovéPole 47">
              <a:extLst>
                <a:ext uri="{FF2B5EF4-FFF2-40B4-BE49-F238E27FC236}">
                  <a16:creationId xmlns:a16="http://schemas.microsoft.com/office/drawing/2014/main" id="{EC06C8F3-0F86-3033-AE4A-45F608C9AA74}"/>
                </a:ext>
              </a:extLst>
            </p:cNvPr>
            <p:cNvSpPr txBox="1"/>
            <p:nvPr/>
          </p:nvSpPr>
          <p:spPr>
            <a:xfrm>
              <a:off x="189068" y="326063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Ukládání a načítání</a:t>
              </a:r>
            </a:p>
          </p:txBody>
        </p:sp>
      </p:grpSp>
      <p:grpSp>
        <p:nvGrpSpPr>
          <p:cNvPr id="4" name="Skupina 3">
            <a:extLst>
              <a:ext uri="{FF2B5EF4-FFF2-40B4-BE49-F238E27FC236}">
                <a16:creationId xmlns:a16="http://schemas.microsoft.com/office/drawing/2014/main" id="{835C3DF9-1F5E-6B98-C64A-9917E3E70C78}"/>
              </a:ext>
            </a:extLst>
          </p:cNvPr>
          <p:cNvGrpSpPr/>
          <p:nvPr/>
        </p:nvGrpSpPr>
        <p:grpSpPr>
          <a:xfrm>
            <a:off x="3629429" y="-3600000"/>
            <a:ext cx="4933135" cy="1053295"/>
            <a:chOff x="2850987" y="73030"/>
            <a:chExt cx="6490020" cy="1668458"/>
          </a:xfrm>
        </p:grpSpPr>
        <p:sp>
          <p:nvSpPr>
            <p:cNvPr id="6" name="Obdélník: se zakulacenými rohy 5">
              <a:extLst>
                <a:ext uri="{FF2B5EF4-FFF2-40B4-BE49-F238E27FC236}">
                  <a16:creationId xmlns:a16="http://schemas.microsoft.com/office/drawing/2014/main" id="{5B9EE3B7-64C4-97A2-ADE0-061448CB680C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8AEE501F-5E05-4A17-368E-7574C3B9EC38}"/>
                </a:ext>
              </a:extLst>
            </p:cNvPr>
            <p:cNvSpPr txBox="1"/>
            <p:nvPr/>
          </p:nvSpPr>
          <p:spPr>
            <a:xfrm>
              <a:off x="2850987" y="73030"/>
              <a:ext cx="64900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Game </a:t>
              </a:r>
              <a:r>
                <a:rPr lang="cs-CZ" sz="7200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loop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2BDDDD50-2434-DE23-E40B-5737DEA14030}"/>
              </a:ext>
            </a:extLst>
          </p:cNvPr>
          <p:cNvGrpSpPr/>
          <p:nvPr/>
        </p:nvGrpSpPr>
        <p:grpSpPr>
          <a:xfrm>
            <a:off x="806608" y="12600000"/>
            <a:ext cx="10577116" cy="5405543"/>
            <a:chOff x="806608" y="1292460"/>
            <a:chExt cx="10577116" cy="5405543"/>
          </a:xfrm>
        </p:grpSpPr>
        <p:sp>
          <p:nvSpPr>
            <p:cNvPr id="13" name="Obdélník: se zakulacenými rohy 55">
              <a:extLst>
                <a:ext uri="{FF2B5EF4-FFF2-40B4-BE49-F238E27FC236}">
                  <a16:creationId xmlns:a16="http://schemas.microsoft.com/office/drawing/2014/main" id="{954DDF56-7863-0C7E-C9B6-4859F3ED78F3}"/>
                </a:ext>
              </a:extLst>
            </p:cNvPr>
            <p:cNvSpPr/>
            <p:nvPr/>
          </p:nvSpPr>
          <p:spPr>
            <a:xfrm>
              <a:off x="806608" y="1292460"/>
              <a:ext cx="10577116" cy="5405543"/>
            </a:xfrm>
            <a:custGeom>
              <a:avLst/>
              <a:gdLst>
                <a:gd name="csX0" fmla="*/ 0 w 8514082"/>
                <a:gd name="csY0" fmla="*/ 783184 h 4699008"/>
                <a:gd name="csX1" fmla="*/ 783184 w 8514082"/>
                <a:gd name="csY1" fmla="*/ 0 h 4699008"/>
                <a:gd name="csX2" fmla="*/ 7730898 w 8514082"/>
                <a:gd name="csY2" fmla="*/ 0 h 4699008"/>
                <a:gd name="csX3" fmla="*/ 8514082 w 8514082"/>
                <a:gd name="csY3" fmla="*/ 783184 h 4699008"/>
                <a:gd name="csX4" fmla="*/ 8514082 w 8514082"/>
                <a:gd name="csY4" fmla="*/ 3915824 h 4699008"/>
                <a:gd name="csX5" fmla="*/ 7730898 w 8514082"/>
                <a:gd name="csY5" fmla="*/ 4699008 h 4699008"/>
                <a:gd name="csX6" fmla="*/ 783184 w 8514082"/>
                <a:gd name="csY6" fmla="*/ 4699008 h 4699008"/>
                <a:gd name="csX7" fmla="*/ 0 w 8514082"/>
                <a:gd name="csY7" fmla="*/ 3915824 h 4699008"/>
                <a:gd name="csX8" fmla="*/ 0 w 8514082"/>
                <a:gd name="csY8" fmla="*/ 783184 h 4699008"/>
                <a:gd name="csX0" fmla="*/ 10160 w 8514082"/>
                <a:gd name="csY0" fmla="*/ 337593 h 4710617"/>
                <a:gd name="csX1" fmla="*/ 783184 w 8514082"/>
                <a:gd name="csY1" fmla="*/ 11609 h 4710617"/>
                <a:gd name="csX2" fmla="*/ 7730898 w 8514082"/>
                <a:gd name="csY2" fmla="*/ 11609 h 4710617"/>
                <a:gd name="csX3" fmla="*/ 8514082 w 8514082"/>
                <a:gd name="csY3" fmla="*/ 794793 h 4710617"/>
                <a:gd name="csX4" fmla="*/ 8514082 w 8514082"/>
                <a:gd name="csY4" fmla="*/ 3927433 h 4710617"/>
                <a:gd name="csX5" fmla="*/ 7730898 w 8514082"/>
                <a:gd name="csY5" fmla="*/ 4710617 h 4710617"/>
                <a:gd name="csX6" fmla="*/ 783184 w 8514082"/>
                <a:gd name="csY6" fmla="*/ 4710617 h 4710617"/>
                <a:gd name="csX7" fmla="*/ 0 w 8514082"/>
                <a:gd name="csY7" fmla="*/ 3927433 h 4710617"/>
                <a:gd name="csX8" fmla="*/ 10160 w 8514082"/>
                <a:gd name="csY8" fmla="*/ 337593 h 4710617"/>
                <a:gd name="csX0" fmla="*/ 10160 w 8524242"/>
                <a:gd name="csY0" fmla="*/ 343329 h 4716353"/>
                <a:gd name="csX1" fmla="*/ 783184 w 8524242"/>
                <a:gd name="csY1" fmla="*/ 17345 h 4716353"/>
                <a:gd name="csX2" fmla="*/ 7730898 w 8524242"/>
                <a:gd name="csY2" fmla="*/ 17345 h 4716353"/>
                <a:gd name="csX3" fmla="*/ 8524242 w 8524242"/>
                <a:gd name="csY3" fmla="*/ 323009 h 4716353"/>
                <a:gd name="csX4" fmla="*/ 8514082 w 8524242"/>
                <a:gd name="csY4" fmla="*/ 3933169 h 4716353"/>
                <a:gd name="csX5" fmla="*/ 7730898 w 8524242"/>
                <a:gd name="csY5" fmla="*/ 4716353 h 4716353"/>
                <a:gd name="csX6" fmla="*/ 783184 w 8524242"/>
                <a:gd name="csY6" fmla="*/ 4716353 h 4716353"/>
                <a:gd name="csX7" fmla="*/ 0 w 8524242"/>
                <a:gd name="csY7" fmla="*/ 3933169 h 4716353"/>
                <a:gd name="csX8" fmla="*/ 10160 w 8524242"/>
                <a:gd name="csY8" fmla="*/ 343329 h 4716353"/>
                <a:gd name="csX0" fmla="*/ 10160 w 8524242"/>
                <a:gd name="csY0" fmla="*/ 337594 h 4710618"/>
                <a:gd name="csX1" fmla="*/ 783184 w 8524242"/>
                <a:gd name="csY1" fmla="*/ 11610 h 4710618"/>
                <a:gd name="csX2" fmla="*/ 7964578 w 8524242"/>
                <a:gd name="csY2" fmla="*/ 21770 h 4710618"/>
                <a:gd name="csX3" fmla="*/ 8524242 w 8524242"/>
                <a:gd name="csY3" fmla="*/ 317274 h 4710618"/>
                <a:gd name="csX4" fmla="*/ 8514082 w 8524242"/>
                <a:gd name="csY4" fmla="*/ 3927434 h 4710618"/>
                <a:gd name="csX5" fmla="*/ 7730898 w 8524242"/>
                <a:gd name="csY5" fmla="*/ 4710618 h 4710618"/>
                <a:gd name="csX6" fmla="*/ 783184 w 8524242"/>
                <a:gd name="csY6" fmla="*/ 4710618 h 4710618"/>
                <a:gd name="csX7" fmla="*/ 0 w 8524242"/>
                <a:gd name="csY7" fmla="*/ 3927434 h 4710618"/>
                <a:gd name="csX8" fmla="*/ 10160 w 8524242"/>
                <a:gd name="csY8" fmla="*/ 337594 h 4710618"/>
                <a:gd name="csX0" fmla="*/ 10160 w 8524242"/>
                <a:gd name="csY0" fmla="*/ 337594 h 4710618"/>
                <a:gd name="csX1" fmla="*/ 783184 w 8524242"/>
                <a:gd name="csY1" fmla="*/ 11610 h 4710618"/>
                <a:gd name="csX2" fmla="*/ 7964578 w 8524242"/>
                <a:gd name="csY2" fmla="*/ 21770 h 4710618"/>
                <a:gd name="csX3" fmla="*/ 8524242 w 8524242"/>
                <a:gd name="csY3" fmla="*/ 408714 h 4710618"/>
                <a:gd name="csX4" fmla="*/ 8514082 w 8524242"/>
                <a:gd name="csY4" fmla="*/ 3927434 h 4710618"/>
                <a:gd name="csX5" fmla="*/ 7730898 w 8524242"/>
                <a:gd name="csY5" fmla="*/ 4710618 h 4710618"/>
                <a:gd name="csX6" fmla="*/ 783184 w 8524242"/>
                <a:gd name="csY6" fmla="*/ 4710618 h 4710618"/>
                <a:gd name="csX7" fmla="*/ 0 w 8524242"/>
                <a:gd name="csY7" fmla="*/ 3927434 h 4710618"/>
                <a:gd name="csX8" fmla="*/ 10160 w 8524242"/>
                <a:gd name="csY8" fmla="*/ 337594 h 4710618"/>
                <a:gd name="csX0" fmla="*/ 0 w 8514082"/>
                <a:gd name="csY0" fmla="*/ 337594 h 4715769"/>
                <a:gd name="csX1" fmla="*/ 773024 w 8514082"/>
                <a:gd name="csY1" fmla="*/ 11610 h 4715769"/>
                <a:gd name="csX2" fmla="*/ 7954418 w 8514082"/>
                <a:gd name="csY2" fmla="*/ 21770 h 4715769"/>
                <a:gd name="csX3" fmla="*/ 8514082 w 8514082"/>
                <a:gd name="csY3" fmla="*/ 408714 h 4715769"/>
                <a:gd name="csX4" fmla="*/ 8503922 w 8514082"/>
                <a:gd name="csY4" fmla="*/ 3927434 h 4715769"/>
                <a:gd name="csX5" fmla="*/ 7720738 w 8514082"/>
                <a:gd name="csY5" fmla="*/ 4710618 h 4715769"/>
                <a:gd name="csX6" fmla="*/ 773024 w 8514082"/>
                <a:gd name="csY6" fmla="*/ 4710618 h 4715769"/>
                <a:gd name="csX7" fmla="*/ 0 w 8514082"/>
                <a:gd name="csY7" fmla="*/ 4354154 h 4715769"/>
                <a:gd name="csX8" fmla="*/ 0 w 8514082"/>
                <a:gd name="csY8" fmla="*/ 337594 h 4715769"/>
                <a:gd name="csX0" fmla="*/ 0 w 8514082"/>
                <a:gd name="csY0" fmla="*/ 337594 h 4715769"/>
                <a:gd name="csX1" fmla="*/ 773024 w 8514082"/>
                <a:gd name="csY1" fmla="*/ 11610 h 4715769"/>
                <a:gd name="csX2" fmla="*/ 7954418 w 8514082"/>
                <a:gd name="csY2" fmla="*/ 21770 h 4715769"/>
                <a:gd name="csX3" fmla="*/ 8514082 w 8514082"/>
                <a:gd name="csY3" fmla="*/ 408714 h 4715769"/>
                <a:gd name="csX4" fmla="*/ 8503922 w 8514082"/>
                <a:gd name="csY4" fmla="*/ 3927434 h 4715769"/>
                <a:gd name="csX5" fmla="*/ 7720738 w 8514082"/>
                <a:gd name="csY5" fmla="*/ 4710618 h 4715769"/>
                <a:gd name="csX6" fmla="*/ 579984 w 8514082"/>
                <a:gd name="csY6" fmla="*/ 4710618 h 4715769"/>
                <a:gd name="csX7" fmla="*/ 0 w 8514082"/>
                <a:gd name="csY7" fmla="*/ 4354154 h 4715769"/>
                <a:gd name="csX8" fmla="*/ 0 w 8514082"/>
                <a:gd name="csY8" fmla="*/ 337594 h 4715769"/>
                <a:gd name="csX0" fmla="*/ 0 w 8514082"/>
                <a:gd name="csY0" fmla="*/ 337594 h 4717626"/>
                <a:gd name="csX1" fmla="*/ 773024 w 8514082"/>
                <a:gd name="csY1" fmla="*/ 11610 h 4717626"/>
                <a:gd name="csX2" fmla="*/ 7954418 w 8514082"/>
                <a:gd name="csY2" fmla="*/ 21770 h 4717626"/>
                <a:gd name="csX3" fmla="*/ 8514082 w 8514082"/>
                <a:gd name="csY3" fmla="*/ 408714 h 4717626"/>
                <a:gd name="csX4" fmla="*/ 8473442 w 8514082"/>
                <a:gd name="csY4" fmla="*/ 4364314 h 4717626"/>
                <a:gd name="csX5" fmla="*/ 7720738 w 8514082"/>
                <a:gd name="csY5" fmla="*/ 4710618 h 4717626"/>
                <a:gd name="csX6" fmla="*/ 579984 w 8514082"/>
                <a:gd name="csY6" fmla="*/ 4710618 h 4717626"/>
                <a:gd name="csX7" fmla="*/ 0 w 8514082"/>
                <a:gd name="csY7" fmla="*/ 4354154 h 4717626"/>
                <a:gd name="csX8" fmla="*/ 0 w 8514082"/>
                <a:gd name="csY8" fmla="*/ 337594 h 4717626"/>
                <a:gd name="csX0" fmla="*/ 0 w 8514082"/>
                <a:gd name="csY0" fmla="*/ 337594 h 4725929"/>
                <a:gd name="csX1" fmla="*/ 773024 w 8514082"/>
                <a:gd name="csY1" fmla="*/ 11610 h 4725929"/>
                <a:gd name="csX2" fmla="*/ 7954418 w 8514082"/>
                <a:gd name="csY2" fmla="*/ 21770 h 4725929"/>
                <a:gd name="csX3" fmla="*/ 8514082 w 8514082"/>
                <a:gd name="csY3" fmla="*/ 408714 h 4725929"/>
                <a:gd name="csX4" fmla="*/ 8473442 w 8514082"/>
                <a:gd name="csY4" fmla="*/ 4364314 h 4725929"/>
                <a:gd name="csX5" fmla="*/ 7954418 w 8514082"/>
                <a:gd name="csY5" fmla="*/ 4720778 h 4725929"/>
                <a:gd name="csX6" fmla="*/ 579984 w 8514082"/>
                <a:gd name="csY6" fmla="*/ 4710618 h 4725929"/>
                <a:gd name="csX7" fmla="*/ 0 w 8514082"/>
                <a:gd name="csY7" fmla="*/ 4354154 h 4725929"/>
                <a:gd name="csX8" fmla="*/ 0 w 8514082"/>
                <a:gd name="csY8" fmla="*/ 337594 h 4725929"/>
                <a:gd name="csX0" fmla="*/ 0 w 8514082"/>
                <a:gd name="csY0" fmla="*/ 337594 h 4720842"/>
                <a:gd name="csX1" fmla="*/ 773024 w 8514082"/>
                <a:gd name="csY1" fmla="*/ 11610 h 4720842"/>
                <a:gd name="csX2" fmla="*/ 7954418 w 8514082"/>
                <a:gd name="csY2" fmla="*/ 21770 h 4720842"/>
                <a:gd name="csX3" fmla="*/ 8514082 w 8514082"/>
                <a:gd name="csY3" fmla="*/ 408714 h 4720842"/>
                <a:gd name="csX4" fmla="*/ 8473442 w 8514082"/>
                <a:gd name="csY4" fmla="*/ 4303354 h 4720842"/>
                <a:gd name="csX5" fmla="*/ 7954418 w 8514082"/>
                <a:gd name="csY5" fmla="*/ 4720778 h 4720842"/>
                <a:gd name="csX6" fmla="*/ 579984 w 8514082"/>
                <a:gd name="csY6" fmla="*/ 4710618 h 4720842"/>
                <a:gd name="csX7" fmla="*/ 0 w 8514082"/>
                <a:gd name="csY7" fmla="*/ 4354154 h 4720842"/>
                <a:gd name="csX8" fmla="*/ 0 w 8514082"/>
                <a:gd name="csY8" fmla="*/ 337594 h 4720842"/>
                <a:gd name="csX0" fmla="*/ 0 w 8483602"/>
                <a:gd name="csY0" fmla="*/ 337594 h 4720842"/>
                <a:gd name="csX1" fmla="*/ 773024 w 8483602"/>
                <a:gd name="csY1" fmla="*/ 11610 h 4720842"/>
                <a:gd name="csX2" fmla="*/ 7954418 w 8483602"/>
                <a:gd name="csY2" fmla="*/ 21770 h 4720842"/>
                <a:gd name="csX3" fmla="*/ 8483602 w 8483602"/>
                <a:gd name="csY3" fmla="*/ 408714 h 4720842"/>
                <a:gd name="csX4" fmla="*/ 8473442 w 8483602"/>
                <a:gd name="csY4" fmla="*/ 4303354 h 4720842"/>
                <a:gd name="csX5" fmla="*/ 7954418 w 8483602"/>
                <a:gd name="csY5" fmla="*/ 4720778 h 4720842"/>
                <a:gd name="csX6" fmla="*/ 579984 w 8483602"/>
                <a:gd name="csY6" fmla="*/ 4710618 h 4720842"/>
                <a:gd name="csX7" fmla="*/ 0 w 8483602"/>
                <a:gd name="csY7" fmla="*/ 4354154 h 4720842"/>
                <a:gd name="csX8" fmla="*/ 0 w 8483602"/>
                <a:gd name="csY8" fmla="*/ 337594 h 4720842"/>
                <a:gd name="csX0" fmla="*/ 0 w 8483602"/>
                <a:gd name="csY0" fmla="*/ 337594 h 4720842"/>
                <a:gd name="csX1" fmla="*/ 773024 w 8483602"/>
                <a:gd name="csY1" fmla="*/ 11610 h 4720842"/>
                <a:gd name="csX2" fmla="*/ 7954418 w 8483602"/>
                <a:gd name="csY2" fmla="*/ 21770 h 4720842"/>
                <a:gd name="csX3" fmla="*/ 8483602 w 8483602"/>
                <a:gd name="csY3" fmla="*/ 429034 h 4720842"/>
                <a:gd name="csX4" fmla="*/ 8473442 w 8483602"/>
                <a:gd name="csY4" fmla="*/ 4303354 h 4720842"/>
                <a:gd name="csX5" fmla="*/ 7954418 w 8483602"/>
                <a:gd name="csY5" fmla="*/ 4720778 h 4720842"/>
                <a:gd name="csX6" fmla="*/ 579984 w 8483602"/>
                <a:gd name="csY6" fmla="*/ 4710618 h 4720842"/>
                <a:gd name="csX7" fmla="*/ 0 w 8483602"/>
                <a:gd name="csY7" fmla="*/ 4354154 h 4720842"/>
                <a:gd name="csX8" fmla="*/ 0 w 8483602"/>
                <a:gd name="csY8" fmla="*/ 337594 h 4720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83602" h="4720842">
                  <a:moveTo>
                    <a:pt x="0" y="337594"/>
                  </a:moveTo>
                  <a:cubicBezTo>
                    <a:pt x="0" y="-94947"/>
                    <a:pt x="340483" y="11610"/>
                    <a:pt x="773024" y="11610"/>
                  </a:cubicBezTo>
                  <a:lnTo>
                    <a:pt x="7954418" y="21770"/>
                  </a:lnTo>
                  <a:cubicBezTo>
                    <a:pt x="8386959" y="21770"/>
                    <a:pt x="8483602" y="-3507"/>
                    <a:pt x="8483602" y="429034"/>
                  </a:cubicBezTo>
                  <a:cubicBezTo>
                    <a:pt x="8480215" y="1632421"/>
                    <a:pt x="8476829" y="3099967"/>
                    <a:pt x="8473442" y="4303354"/>
                  </a:cubicBezTo>
                  <a:cubicBezTo>
                    <a:pt x="8473442" y="4735895"/>
                    <a:pt x="8386959" y="4720778"/>
                    <a:pt x="7954418" y="4720778"/>
                  </a:cubicBezTo>
                  <a:lnTo>
                    <a:pt x="579984" y="4710618"/>
                  </a:lnTo>
                  <a:cubicBezTo>
                    <a:pt x="147443" y="4710618"/>
                    <a:pt x="0" y="4786695"/>
                    <a:pt x="0" y="4354154"/>
                  </a:cubicBezTo>
                  <a:lnTo>
                    <a:pt x="0" y="337594"/>
                  </a:ln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14" name="Obrázek 13">
              <a:extLst>
                <a:ext uri="{FF2B5EF4-FFF2-40B4-BE49-F238E27FC236}">
                  <a16:creationId xmlns:a16="http://schemas.microsoft.com/office/drawing/2014/main" id="{17D70769-5FC2-D986-D4E4-354EEEF69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3485" y="1394639"/>
              <a:ext cx="10265030" cy="5197290"/>
            </a:xfrm>
            <a:prstGeom prst="rect">
              <a:avLst/>
            </a:prstGeom>
          </p:spPr>
        </p:pic>
      </p:grpSp>
      <p:grpSp>
        <p:nvGrpSpPr>
          <p:cNvPr id="16" name="Skupina 15">
            <a:extLst>
              <a:ext uri="{FF2B5EF4-FFF2-40B4-BE49-F238E27FC236}">
                <a16:creationId xmlns:a16="http://schemas.microsoft.com/office/drawing/2014/main" id="{C1A68E46-7682-A8EF-77F4-635499C0D9AA}"/>
              </a:ext>
            </a:extLst>
          </p:cNvPr>
          <p:cNvGrpSpPr/>
          <p:nvPr/>
        </p:nvGrpSpPr>
        <p:grpSpPr>
          <a:xfrm>
            <a:off x="5343957" y="14400000"/>
            <a:ext cx="1504081" cy="400110"/>
            <a:chOff x="5488399" y="6445200"/>
            <a:chExt cx="1504081" cy="400110"/>
          </a:xfrm>
        </p:grpSpPr>
        <p:sp>
          <p:nvSpPr>
            <p:cNvPr id="23" name="Obdélník: se zakulacenými rohy 22">
              <a:extLst>
                <a:ext uri="{FF2B5EF4-FFF2-40B4-BE49-F238E27FC236}">
                  <a16:creationId xmlns:a16="http://schemas.microsoft.com/office/drawing/2014/main" id="{9A69CC29-39A5-0D5A-B905-4222C574806C}"/>
                </a:ext>
              </a:extLst>
            </p:cNvPr>
            <p:cNvSpPr/>
            <p:nvPr/>
          </p:nvSpPr>
          <p:spPr>
            <a:xfrm>
              <a:off x="5488399" y="6508514"/>
              <a:ext cx="1504081" cy="300766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TextovéPole 23">
              <a:extLst>
                <a:ext uri="{FF2B5EF4-FFF2-40B4-BE49-F238E27FC236}">
                  <a16:creationId xmlns:a16="http://schemas.microsoft.com/office/drawing/2014/main" id="{F9DD44CB-6A36-07AB-683F-02DD2F7E19A2}"/>
                </a:ext>
              </a:extLst>
            </p:cNvPr>
            <p:cNvSpPr txBox="1"/>
            <p:nvPr/>
          </p:nvSpPr>
          <p:spPr>
            <a:xfrm>
              <a:off x="5549666" y="6445200"/>
              <a:ext cx="13815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000" dirty="0" err="1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ScottPlot</a:t>
              </a:r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25" name="Skupina 24">
            <a:extLst>
              <a:ext uri="{FF2B5EF4-FFF2-40B4-BE49-F238E27FC236}">
                <a16:creationId xmlns:a16="http://schemas.microsoft.com/office/drawing/2014/main" id="{580E2228-9D3D-F1A7-1FB1-DFB1E585FDB9}"/>
              </a:ext>
            </a:extLst>
          </p:cNvPr>
          <p:cNvGrpSpPr/>
          <p:nvPr/>
        </p:nvGrpSpPr>
        <p:grpSpPr>
          <a:xfrm>
            <a:off x="1732043" y="14400000"/>
            <a:ext cx="8483602" cy="5192925"/>
            <a:chOff x="1732043" y="1652385"/>
            <a:chExt cx="8483602" cy="5192925"/>
          </a:xfrm>
        </p:grpSpPr>
        <p:grpSp>
          <p:nvGrpSpPr>
            <p:cNvPr id="26" name="Skupina 25">
              <a:extLst>
                <a:ext uri="{FF2B5EF4-FFF2-40B4-BE49-F238E27FC236}">
                  <a16:creationId xmlns:a16="http://schemas.microsoft.com/office/drawing/2014/main" id="{E31542C8-DF8D-C34A-AC17-50FFE7878891}"/>
                </a:ext>
              </a:extLst>
            </p:cNvPr>
            <p:cNvGrpSpPr/>
            <p:nvPr/>
          </p:nvGrpSpPr>
          <p:grpSpPr>
            <a:xfrm>
              <a:off x="1732043" y="1652385"/>
              <a:ext cx="8483602" cy="4720842"/>
              <a:chOff x="1732043" y="1652385"/>
              <a:chExt cx="8483602" cy="4720842"/>
            </a:xfrm>
          </p:grpSpPr>
          <p:sp>
            <p:nvSpPr>
              <p:cNvPr id="32" name="Obdélník: se zakulacenými rohy 55">
                <a:extLst>
                  <a:ext uri="{FF2B5EF4-FFF2-40B4-BE49-F238E27FC236}">
                    <a16:creationId xmlns:a16="http://schemas.microsoft.com/office/drawing/2014/main" id="{6EF44086-ABB5-CB84-0D72-3651ADFB4554}"/>
                  </a:ext>
                </a:extLst>
              </p:cNvPr>
              <p:cNvSpPr/>
              <p:nvPr/>
            </p:nvSpPr>
            <p:spPr>
              <a:xfrm>
                <a:off x="1732043" y="1652385"/>
                <a:ext cx="8483602" cy="4720842"/>
              </a:xfrm>
              <a:custGeom>
                <a:avLst/>
                <a:gdLst>
                  <a:gd name="csX0" fmla="*/ 0 w 8514082"/>
                  <a:gd name="csY0" fmla="*/ 783184 h 4699008"/>
                  <a:gd name="csX1" fmla="*/ 783184 w 8514082"/>
                  <a:gd name="csY1" fmla="*/ 0 h 4699008"/>
                  <a:gd name="csX2" fmla="*/ 7730898 w 8514082"/>
                  <a:gd name="csY2" fmla="*/ 0 h 4699008"/>
                  <a:gd name="csX3" fmla="*/ 8514082 w 8514082"/>
                  <a:gd name="csY3" fmla="*/ 783184 h 4699008"/>
                  <a:gd name="csX4" fmla="*/ 8514082 w 8514082"/>
                  <a:gd name="csY4" fmla="*/ 3915824 h 4699008"/>
                  <a:gd name="csX5" fmla="*/ 7730898 w 8514082"/>
                  <a:gd name="csY5" fmla="*/ 4699008 h 4699008"/>
                  <a:gd name="csX6" fmla="*/ 783184 w 8514082"/>
                  <a:gd name="csY6" fmla="*/ 4699008 h 4699008"/>
                  <a:gd name="csX7" fmla="*/ 0 w 8514082"/>
                  <a:gd name="csY7" fmla="*/ 3915824 h 4699008"/>
                  <a:gd name="csX8" fmla="*/ 0 w 8514082"/>
                  <a:gd name="csY8" fmla="*/ 783184 h 4699008"/>
                  <a:gd name="csX0" fmla="*/ 10160 w 8514082"/>
                  <a:gd name="csY0" fmla="*/ 337593 h 4710617"/>
                  <a:gd name="csX1" fmla="*/ 783184 w 8514082"/>
                  <a:gd name="csY1" fmla="*/ 11609 h 4710617"/>
                  <a:gd name="csX2" fmla="*/ 7730898 w 8514082"/>
                  <a:gd name="csY2" fmla="*/ 11609 h 4710617"/>
                  <a:gd name="csX3" fmla="*/ 8514082 w 8514082"/>
                  <a:gd name="csY3" fmla="*/ 794793 h 4710617"/>
                  <a:gd name="csX4" fmla="*/ 8514082 w 8514082"/>
                  <a:gd name="csY4" fmla="*/ 3927433 h 4710617"/>
                  <a:gd name="csX5" fmla="*/ 7730898 w 8514082"/>
                  <a:gd name="csY5" fmla="*/ 4710617 h 4710617"/>
                  <a:gd name="csX6" fmla="*/ 783184 w 8514082"/>
                  <a:gd name="csY6" fmla="*/ 4710617 h 4710617"/>
                  <a:gd name="csX7" fmla="*/ 0 w 8514082"/>
                  <a:gd name="csY7" fmla="*/ 3927433 h 4710617"/>
                  <a:gd name="csX8" fmla="*/ 10160 w 8514082"/>
                  <a:gd name="csY8" fmla="*/ 337593 h 4710617"/>
                  <a:gd name="csX0" fmla="*/ 10160 w 8524242"/>
                  <a:gd name="csY0" fmla="*/ 343329 h 4716353"/>
                  <a:gd name="csX1" fmla="*/ 783184 w 8524242"/>
                  <a:gd name="csY1" fmla="*/ 17345 h 4716353"/>
                  <a:gd name="csX2" fmla="*/ 7730898 w 8524242"/>
                  <a:gd name="csY2" fmla="*/ 17345 h 4716353"/>
                  <a:gd name="csX3" fmla="*/ 8524242 w 8524242"/>
                  <a:gd name="csY3" fmla="*/ 323009 h 4716353"/>
                  <a:gd name="csX4" fmla="*/ 8514082 w 8524242"/>
                  <a:gd name="csY4" fmla="*/ 3933169 h 4716353"/>
                  <a:gd name="csX5" fmla="*/ 7730898 w 8524242"/>
                  <a:gd name="csY5" fmla="*/ 4716353 h 4716353"/>
                  <a:gd name="csX6" fmla="*/ 783184 w 8524242"/>
                  <a:gd name="csY6" fmla="*/ 4716353 h 4716353"/>
                  <a:gd name="csX7" fmla="*/ 0 w 8524242"/>
                  <a:gd name="csY7" fmla="*/ 3933169 h 4716353"/>
                  <a:gd name="csX8" fmla="*/ 10160 w 8524242"/>
                  <a:gd name="csY8" fmla="*/ 343329 h 4716353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31727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10160 w 8524242"/>
                  <a:gd name="csY0" fmla="*/ 337594 h 4710618"/>
                  <a:gd name="csX1" fmla="*/ 783184 w 8524242"/>
                  <a:gd name="csY1" fmla="*/ 11610 h 4710618"/>
                  <a:gd name="csX2" fmla="*/ 7964578 w 8524242"/>
                  <a:gd name="csY2" fmla="*/ 21770 h 4710618"/>
                  <a:gd name="csX3" fmla="*/ 8524242 w 8524242"/>
                  <a:gd name="csY3" fmla="*/ 408714 h 4710618"/>
                  <a:gd name="csX4" fmla="*/ 8514082 w 8524242"/>
                  <a:gd name="csY4" fmla="*/ 3927434 h 4710618"/>
                  <a:gd name="csX5" fmla="*/ 7730898 w 8524242"/>
                  <a:gd name="csY5" fmla="*/ 4710618 h 4710618"/>
                  <a:gd name="csX6" fmla="*/ 783184 w 8524242"/>
                  <a:gd name="csY6" fmla="*/ 4710618 h 4710618"/>
                  <a:gd name="csX7" fmla="*/ 0 w 8524242"/>
                  <a:gd name="csY7" fmla="*/ 3927434 h 4710618"/>
                  <a:gd name="csX8" fmla="*/ 10160 w 8524242"/>
                  <a:gd name="csY8" fmla="*/ 337594 h 4710618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77302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5769"/>
                  <a:gd name="csX1" fmla="*/ 773024 w 8514082"/>
                  <a:gd name="csY1" fmla="*/ 11610 h 4715769"/>
                  <a:gd name="csX2" fmla="*/ 7954418 w 8514082"/>
                  <a:gd name="csY2" fmla="*/ 21770 h 4715769"/>
                  <a:gd name="csX3" fmla="*/ 8514082 w 8514082"/>
                  <a:gd name="csY3" fmla="*/ 408714 h 4715769"/>
                  <a:gd name="csX4" fmla="*/ 8503922 w 8514082"/>
                  <a:gd name="csY4" fmla="*/ 3927434 h 4715769"/>
                  <a:gd name="csX5" fmla="*/ 7720738 w 8514082"/>
                  <a:gd name="csY5" fmla="*/ 4710618 h 4715769"/>
                  <a:gd name="csX6" fmla="*/ 579984 w 8514082"/>
                  <a:gd name="csY6" fmla="*/ 4710618 h 4715769"/>
                  <a:gd name="csX7" fmla="*/ 0 w 8514082"/>
                  <a:gd name="csY7" fmla="*/ 4354154 h 4715769"/>
                  <a:gd name="csX8" fmla="*/ 0 w 8514082"/>
                  <a:gd name="csY8" fmla="*/ 337594 h 4715769"/>
                  <a:gd name="csX0" fmla="*/ 0 w 8514082"/>
                  <a:gd name="csY0" fmla="*/ 337594 h 4717626"/>
                  <a:gd name="csX1" fmla="*/ 773024 w 8514082"/>
                  <a:gd name="csY1" fmla="*/ 11610 h 4717626"/>
                  <a:gd name="csX2" fmla="*/ 7954418 w 8514082"/>
                  <a:gd name="csY2" fmla="*/ 21770 h 4717626"/>
                  <a:gd name="csX3" fmla="*/ 8514082 w 8514082"/>
                  <a:gd name="csY3" fmla="*/ 408714 h 4717626"/>
                  <a:gd name="csX4" fmla="*/ 8473442 w 8514082"/>
                  <a:gd name="csY4" fmla="*/ 4364314 h 4717626"/>
                  <a:gd name="csX5" fmla="*/ 7720738 w 8514082"/>
                  <a:gd name="csY5" fmla="*/ 4710618 h 4717626"/>
                  <a:gd name="csX6" fmla="*/ 579984 w 8514082"/>
                  <a:gd name="csY6" fmla="*/ 4710618 h 4717626"/>
                  <a:gd name="csX7" fmla="*/ 0 w 8514082"/>
                  <a:gd name="csY7" fmla="*/ 4354154 h 4717626"/>
                  <a:gd name="csX8" fmla="*/ 0 w 8514082"/>
                  <a:gd name="csY8" fmla="*/ 337594 h 4717626"/>
                  <a:gd name="csX0" fmla="*/ 0 w 8514082"/>
                  <a:gd name="csY0" fmla="*/ 337594 h 4725929"/>
                  <a:gd name="csX1" fmla="*/ 773024 w 8514082"/>
                  <a:gd name="csY1" fmla="*/ 11610 h 4725929"/>
                  <a:gd name="csX2" fmla="*/ 7954418 w 8514082"/>
                  <a:gd name="csY2" fmla="*/ 21770 h 4725929"/>
                  <a:gd name="csX3" fmla="*/ 8514082 w 8514082"/>
                  <a:gd name="csY3" fmla="*/ 408714 h 4725929"/>
                  <a:gd name="csX4" fmla="*/ 8473442 w 8514082"/>
                  <a:gd name="csY4" fmla="*/ 4364314 h 4725929"/>
                  <a:gd name="csX5" fmla="*/ 7954418 w 8514082"/>
                  <a:gd name="csY5" fmla="*/ 4720778 h 4725929"/>
                  <a:gd name="csX6" fmla="*/ 579984 w 8514082"/>
                  <a:gd name="csY6" fmla="*/ 4710618 h 4725929"/>
                  <a:gd name="csX7" fmla="*/ 0 w 8514082"/>
                  <a:gd name="csY7" fmla="*/ 4354154 h 4725929"/>
                  <a:gd name="csX8" fmla="*/ 0 w 8514082"/>
                  <a:gd name="csY8" fmla="*/ 337594 h 4725929"/>
                  <a:gd name="csX0" fmla="*/ 0 w 8514082"/>
                  <a:gd name="csY0" fmla="*/ 337594 h 4720842"/>
                  <a:gd name="csX1" fmla="*/ 773024 w 8514082"/>
                  <a:gd name="csY1" fmla="*/ 11610 h 4720842"/>
                  <a:gd name="csX2" fmla="*/ 7954418 w 8514082"/>
                  <a:gd name="csY2" fmla="*/ 21770 h 4720842"/>
                  <a:gd name="csX3" fmla="*/ 8514082 w 8514082"/>
                  <a:gd name="csY3" fmla="*/ 408714 h 4720842"/>
                  <a:gd name="csX4" fmla="*/ 8473442 w 8514082"/>
                  <a:gd name="csY4" fmla="*/ 4303354 h 4720842"/>
                  <a:gd name="csX5" fmla="*/ 7954418 w 8514082"/>
                  <a:gd name="csY5" fmla="*/ 4720778 h 4720842"/>
                  <a:gd name="csX6" fmla="*/ 579984 w 8514082"/>
                  <a:gd name="csY6" fmla="*/ 4710618 h 4720842"/>
                  <a:gd name="csX7" fmla="*/ 0 w 8514082"/>
                  <a:gd name="csY7" fmla="*/ 4354154 h 4720842"/>
                  <a:gd name="csX8" fmla="*/ 0 w 851408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0871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  <a:gd name="csX0" fmla="*/ 0 w 8483602"/>
                  <a:gd name="csY0" fmla="*/ 337594 h 4720842"/>
                  <a:gd name="csX1" fmla="*/ 773024 w 8483602"/>
                  <a:gd name="csY1" fmla="*/ 11610 h 4720842"/>
                  <a:gd name="csX2" fmla="*/ 7954418 w 8483602"/>
                  <a:gd name="csY2" fmla="*/ 21770 h 4720842"/>
                  <a:gd name="csX3" fmla="*/ 8483602 w 8483602"/>
                  <a:gd name="csY3" fmla="*/ 429034 h 4720842"/>
                  <a:gd name="csX4" fmla="*/ 8473442 w 8483602"/>
                  <a:gd name="csY4" fmla="*/ 4303354 h 4720842"/>
                  <a:gd name="csX5" fmla="*/ 7954418 w 8483602"/>
                  <a:gd name="csY5" fmla="*/ 4720778 h 4720842"/>
                  <a:gd name="csX6" fmla="*/ 579984 w 8483602"/>
                  <a:gd name="csY6" fmla="*/ 4710618 h 4720842"/>
                  <a:gd name="csX7" fmla="*/ 0 w 8483602"/>
                  <a:gd name="csY7" fmla="*/ 4354154 h 4720842"/>
                  <a:gd name="csX8" fmla="*/ 0 w 8483602"/>
                  <a:gd name="csY8" fmla="*/ 337594 h 47208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483602" h="4720842">
                    <a:moveTo>
                      <a:pt x="0" y="337594"/>
                    </a:moveTo>
                    <a:cubicBezTo>
                      <a:pt x="0" y="-94947"/>
                      <a:pt x="340483" y="11610"/>
                      <a:pt x="773024" y="11610"/>
                    </a:cubicBezTo>
                    <a:lnTo>
                      <a:pt x="7954418" y="21770"/>
                    </a:lnTo>
                    <a:cubicBezTo>
                      <a:pt x="8386959" y="21770"/>
                      <a:pt x="8483602" y="-3507"/>
                      <a:pt x="8483602" y="429034"/>
                    </a:cubicBezTo>
                    <a:cubicBezTo>
                      <a:pt x="8480215" y="1632421"/>
                      <a:pt x="8476829" y="3099967"/>
                      <a:pt x="8473442" y="4303354"/>
                    </a:cubicBezTo>
                    <a:cubicBezTo>
                      <a:pt x="8473442" y="4735895"/>
                      <a:pt x="8386959" y="4720778"/>
                      <a:pt x="7954418" y="4720778"/>
                    </a:cubicBezTo>
                    <a:lnTo>
                      <a:pt x="579984" y="4710618"/>
                    </a:lnTo>
                    <a:cubicBezTo>
                      <a:pt x="147443" y="4710618"/>
                      <a:pt x="0" y="4786695"/>
                      <a:pt x="0" y="4354154"/>
                    </a:cubicBezTo>
                    <a:lnTo>
                      <a:pt x="0" y="337594"/>
                    </a:lnTo>
                    <a:close/>
                  </a:path>
                </a:pathLst>
              </a:custGeom>
              <a:solidFill>
                <a:srgbClr val="000000">
                  <a:alpha val="80000"/>
                </a:srgb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pic>
            <p:nvPicPr>
              <p:cNvPr id="33" name="Obrázek 32">
                <a:extLst>
                  <a:ext uri="{FF2B5EF4-FFF2-40B4-BE49-F238E27FC236}">
                    <a16:creationId xmlns:a16="http://schemas.microsoft.com/office/drawing/2014/main" id="{586F3BB7-B6CB-7EA7-6B55-C368771B16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17581" y="1718107"/>
                <a:ext cx="8112525" cy="4563296"/>
              </a:xfrm>
              <a:prstGeom prst="rect">
                <a:avLst/>
              </a:prstGeom>
            </p:spPr>
          </p:pic>
        </p:grpSp>
        <p:grpSp>
          <p:nvGrpSpPr>
            <p:cNvPr id="28" name="Skupina 27">
              <a:extLst>
                <a:ext uri="{FF2B5EF4-FFF2-40B4-BE49-F238E27FC236}">
                  <a16:creationId xmlns:a16="http://schemas.microsoft.com/office/drawing/2014/main" id="{1DA18AAB-7805-723B-5537-93E0B60CFD60}"/>
                </a:ext>
              </a:extLst>
            </p:cNvPr>
            <p:cNvGrpSpPr/>
            <p:nvPr/>
          </p:nvGrpSpPr>
          <p:grpSpPr>
            <a:xfrm>
              <a:off x="5343957" y="6445200"/>
              <a:ext cx="1504081" cy="400110"/>
              <a:chOff x="5488399" y="6445200"/>
              <a:chExt cx="1504081" cy="400110"/>
            </a:xfrm>
          </p:grpSpPr>
          <p:sp>
            <p:nvSpPr>
              <p:cNvPr id="30" name="Obdélník: se zakulacenými rohy 29">
                <a:extLst>
                  <a:ext uri="{FF2B5EF4-FFF2-40B4-BE49-F238E27FC236}">
                    <a16:creationId xmlns:a16="http://schemas.microsoft.com/office/drawing/2014/main" id="{2046496D-BCD0-0B06-703E-E276BB7C515C}"/>
                  </a:ext>
                </a:extLst>
              </p:cNvPr>
              <p:cNvSpPr/>
              <p:nvPr/>
            </p:nvSpPr>
            <p:spPr>
              <a:xfrm>
                <a:off x="5488399" y="6508514"/>
                <a:ext cx="1504081" cy="300766"/>
              </a:xfrm>
              <a:prstGeom prst="roundRect">
                <a:avLst/>
              </a:prstGeom>
              <a:solidFill>
                <a:srgbClr val="000000">
                  <a:alpha val="80000"/>
                </a:srgb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31" name="TextovéPole 30">
                <a:extLst>
                  <a:ext uri="{FF2B5EF4-FFF2-40B4-BE49-F238E27FC236}">
                    <a16:creationId xmlns:a16="http://schemas.microsoft.com/office/drawing/2014/main" id="{C8B87499-61A1-FB15-DEDD-1C82E09B278F}"/>
                  </a:ext>
                </a:extLst>
              </p:cNvPr>
              <p:cNvSpPr txBox="1"/>
              <p:nvPr/>
            </p:nvSpPr>
            <p:spPr>
              <a:xfrm>
                <a:off x="5549666" y="6445200"/>
                <a:ext cx="13815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sz="2000" dirty="0" err="1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ScottPlot</a:t>
                </a:r>
                <a:r>
                  <a:rPr lang="cs-CZ" sz="2000" dirty="0">
                    <a:solidFill>
                      <a:schemeClr val="tx2">
                        <a:lumMod val="10000"/>
                        <a:lumOff val="90000"/>
                      </a:schemeClr>
                    </a:solidFill>
                  </a:rPr>
                  <a:t> </a:t>
                </a:r>
              </a:p>
            </p:txBody>
          </p:sp>
        </p:grpSp>
      </p:grpSp>
      <p:grpSp>
        <p:nvGrpSpPr>
          <p:cNvPr id="49" name="Skupina 48">
            <a:extLst>
              <a:ext uri="{FF2B5EF4-FFF2-40B4-BE49-F238E27FC236}">
                <a16:creationId xmlns:a16="http://schemas.microsoft.com/office/drawing/2014/main" id="{DA472DDC-F525-9B61-5CE8-3628A21DEABD}"/>
              </a:ext>
            </a:extLst>
          </p:cNvPr>
          <p:cNvGrpSpPr/>
          <p:nvPr/>
        </p:nvGrpSpPr>
        <p:grpSpPr>
          <a:xfrm>
            <a:off x="7354237" y="98579"/>
            <a:ext cx="3673020" cy="6672611"/>
            <a:chOff x="7354237" y="98579"/>
            <a:chExt cx="3673020" cy="6672611"/>
          </a:xfrm>
        </p:grpSpPr>
        <p:sp>
          <p:nvSpPr>
            <p:cNvPr id="18" name="Obdélník: se zakulacenými rohy 17">
              <a:extLst>
                <a:ext uri="{FF2B5EF4-FFF2-40B4-BE49-F238E27FC236}">
                  <a16:creationId xmlns:a16="http://schemas.microsoft.com/office/drawing/2014/main" id="{02BD8B76-E390-C9EE-36CA-45A7822D716D}"/>
                </a:ext>
              </a:extLst>
            </p:cNvPr>
            <p:cNvSpPr/>
            <p:nvPr/>
          </p:nvSpPr>
          <p:spPr>
            <a:xfrm>
              <a:off x="7354237" y="98579"/>
              <a:ext cx="3673020" cy="6672611"/>
            </a:xfrm>
            <a:custGeom>
              <a:avLst/>
              <a:gdLst>
                <a:gd name="csX0" fmla="*/ 0 w 4105088"/>
                <a:gd name="csY0" fmla="*/ 684195 h 6684185"/>
                <a:gd name="csX1" fmla="*/ 684195 w 4105088"/>
                <a:gd name="csY1" fmla="*/ 0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684195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417978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417978 h 6684185"/>
                <a:gd name="csX0" fmla="*/ 0 w 4105094"/>
                <a:gd name="csY0" fmla="*/ 406404 h 6672611"/>
                <a:gd name="csX1" fmla="*/ 406402 w 4105094"/>
                <a:gd name="csY1" fmla="*/ 0 h 6672611"/>
                <a:gd name="csX2" fmla="*/ 3733409 w 4105094"/>
                <a:gd name="csY2" fmla="*/ 0 h 6672611"/>
                <a:gd name="csX3" fmla="*/ 4105088 w 4105094"/>
                <a:gd name="csY3" fmla="*/ 672621 h 6672611"/>
                <a:gd name="csX4" fmla="*/ 4105088 w 4105094"/>
                <a:gd name="csY4" fmla="*/ 5988416 h 6672611"/>
                <a:gd name="csX5" fmla="*/ 3420893 w 4105094"/>
                <a:gd name="csY5" fmla="*/ 6672611 h 6672611"/>
                <a:gd name="csX6" fmla="*/ 684195 w 4105094"/>
                <a:gd name="csY6" fmla="*/ 6672611 h 6672611"/>
                <a:gd name="csX7" fmla="*/ 0 w 4105094"/>
                <a:gd name="csY7" fmla="*/ 5988416 h 6672611"/>
                <a:gd name="csX8" fmla="*/ 0 w 4105094"/>
                <a:gd name="csY8" fmla="*/ 406404 h 6672611"/>
                <a:gd name="csX0" fmla="*/ 0 w 4105088"/>
                <a:gd name="csY0" fmla="*/ 406404 h 6672611"/>
                <a:gd name="csX1" fmla="*/ 406402 w 4105088"/>
                <a:gd name="csY1" fmla="*/ 0 h 6672611"/>
                <a:gd name="csX2" fmla="*/ 3733409 w 4105088"/>
                <a:gd name="csY2" fmla="*/ 0 h 6672611"/>
                <a:gd name="csX3" fmla="*/ 4093513 w 4105088"/>
                <a:gd name="csY3" fmla="*/ 394829 h 6672611"/>
                <a:gd name="csX4" fmla="*/ 4105088 w 4105088"/>
                <a:gd name="csY4" fmla="*/ 5988416 h 6672611"/>
                <a:gd name="csX5" fmla="*/ 3420893 w 4105088"/>
                <a:gd name="csY5" fmla="*/ 6672611 h 6672611"/>
                <a:gd name="csX6" fmla="*/ 684195 w 4105088"/>
                <a:gd name="csY6" fmla="*/ 6672611 h 6672611"/>
                <a:gd name="csX7" fmla="*/ 0 w 4105088"/>
                <a:gd name="csY7" fmla="*/ 5988416 h 6672611"/>
                <a:gd name="csX8" fmla="*/ 0 w 4105088"/>
                <a:gd name="csY8" fmla="*/ 406404 h 6672611"/>
                <a:gd name="csX0" fmla="*/ 0 w 4105088"/>
                <a:gd name="csY0" fmla="*/ 406404 h 6672617"/>
                <a:gd name="csX1" fmla="*/ 406402 w 4105088"/>
                <a:gd name="csY1" fmla="*/ 0 h 6672617"/>
                <a:gd name="csX2" fmla="*/ 3733409 w 4105088"/>
                <a:gd name="csY2" fmla="*/ 0 h 6672617"/>
                <a:gd name="csX3" fmla="*/ 4093513 w 4105088"/>
                <a:gd name="csY3" fmla="*/ 394829 h 6672617"/>
                <a:gd name="csX4" fmla="*/ 4105088 w 4105088"/>
                <a:gd name="csY4" fmla="*/ 6300932 h 6672617"/>
                <a:gd name="csX5" fmla="*/ 3420893 w 4105088"/>
                <a:gd name="csY5" fmla="*/ 6672611 h 6672617"/>
                <a:gd name="csX6" fmla="*/ 684195 w 4105088"/>
                <a:gd name="csY6" fmla="*/ 6672611 h 6672617"/>
                <a:gd name="csX7" fmla="*/ 0 w 4105088"/>
                <a:gd name="csY7" fmla="*/ 5988416 h 6672617"/>
                <a:gd name="csX8" fmla="*/ 0 w 4105088"/>
                <a:gd name="csY8" fmla="*/ 406404 h 6672617"/>
                <a:gd name="csX0" fmla="*/ 0 w 4105618"/>
                <a:gd name="csY0" fmla="*/ 406404 h 6672611"/>
                <a:gd name="csX1" fmla="*/ 406402 w 4105618"/>
                <a:gd name="csY1" fmla="*/ 0 h 6672611"/>
                <a:gd name="csX2" fmla="*/ 3733409 w 4105618"/>
                <a:gd name="csY2" fmla="*/ 0 h 6672611"/>
                <a:gd name="csX3" fmla="*/ 4093513 w 4105618"/>
                <a:gd name="csY3" fmla="*/ 394829 h 6672611"/>
                <a:gd name="csX4" fmla="*/ 4105088 w 4105618"/>
                <a:gd name="csY4" fmla="*/ 6300932 h 6672611"/>
                <a:gd name="csX5" fmla="*/ 3756559 w 4105618"/>
                <a:gd name="csY5" fmla="*/ 6661036 h 6672611"/>
                <a:gd name="csX6" fmla="*/ 684195 w 4105618"/>
                <a:gd name="csY6" fmla="*/ 6672611 h 6672611"/>
                <a:gd name="csX7" fmla="*/ 0 w 4105618"/>
                <a:gd name="csY7" fmla="*/ 5988416 h 6672611"/>
                <a:gd name="csX8" fmla="*/ 0 w 4105618"/>
                <a:gd name="csY8" fmla="*/ 406404 h 6672611"/>
                <a:gd name="csX0" fmla="*/ 2481 w 4108099"/>
                <a:gd name="csY0" fmla="*/ 406404 h 6672611"/>
                <a:gd name="csX1" fmla="*/ 408883 w 4108099"/>
                <a:gd name="csY1" fmla="*/ 0 h 6672611"/>
                <a:gd name="csX2" fmla="*/ 3735890 w 4108099"/>
                <a:gd name="csY2" fmla="*/ 0 h 6672611"/>
                <a:gd name="csX3" fmla="*/ 4095994 w 4108099"/>
                <a:gd name="csY3" fmla="*/ 394829 h 6672611"/>
                <a:gd name="csX4" fmla="*/ 4107569 w 4108099"/>
                <a:gd name="csY4" fmla="*/ 6300932 h 6672611"/>
                <a:gd name="csX5" fmla="*/ 3759040 w 4108099"/>
                <a:gd name="csY5" fmla="*/ 6661036 h 6672611"/>
                <a:gd name="csX6" fmla="*/ 327860 w 4108099"/>
                <a:gd name="csY6" fmla="*/ 6672611 h 6672611"/>
                <a:gd name="csX7" fmla="*/ 2481 w 4108099"/>
                <a:gd name="csY7" fmla="*/ 5988416 h 6672611"/>
                <a:gd name="csX8" fmla="*/ 2481 w 4108099"/>
                <a:gd name="csY8" fmla="*/ 406404 h 6672611"/>
                <a:gd name="csX0" fmla="*/ 12871 w 4118489"/>
                <a:gd name="csY0" fmla="*/ 406404 h 6672611"/>
                <a:gd name="csX1" fmla="*/ 419273 w 4118489"/>
                <a:gd name="csY1" fmla="*/ 0 h 6672611"/>
                <a:gd name="csX2" fmla="*/ 3746280 w 4118489"/>
                <a:gd name="csY2" fmla="*/ 0 h 6672611"/>
                <a:gd name="csX3" fmla="*/ 4106384 w 4118489"/>
                <a:gd name="csY3" fmla="*/ 394829 h 6672611"/>
                <a:gd name="csX4" fmla="*/ 4117959 w 4118489"/>
                <a:gd name="csY4" fmla="*/ 6300932 h 6672611"/>
                <a:gd name="csX5" fmla="*/ 3769430 w 4118489"/>
                <a:gd name="csY5" fmla="*/ 6661036 h 6672611"/>
                <a:gd name="csX6" fmla="*/ 338250 w 4118489"/>
                <a:gd name="csY6" fmla="*/ 6672611 h 6672611"/>
                <a:gd name="csX7" fmla="*/ 1296 w 4118489"/>
                <a:gd name="csY7" fmla="*/ 6219909 h 6672611"/>
                <a:gd name="csX8" fmla="*/ 12871 w 4118489"/>
                <a:gd name="csY8" fmla="*/ 406404 h 6672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18489" h="6672611">
                  <a:moveTo>
                    <a:pt x="12871" y="406404"/>
                  </a:moveTo>
                  <a:cubicBezTo>
                    <a:pt x="12871" y="28534"/>
                    <a:pt x="41403" y="0"/>
                    <a:pt x="419273" y="0"/>
                  </a:cubicBezTo>
                  <a:lnTo>
                    <a:pt x="3746280" y="0"/>
                  </a:lnTo>
                  <a:cubicBezTo>
                    <a:pt x="4124150" y="0"/>
                    <a:pt x="4106384" y="16959"/>
                    <a:pt x="4106384" y="394829"/>
                  </a:cubicBezTo>
                  <a:cubicBezTo>
                    <a:pt x="4110242" y="2259358"/>
                    <a:pt x="4114101" y="4436403"/>
                    <a:pt x="4117959" y="6300932"/>
                  </a:cubicBezTo>
                  <a:cubicBezTo>
                    <a:pt x="4117959" y="6678802"/>
                    <a:pt x="4147300" y="6661036"/>
                    <a:pt x="3769430" y="6661036"/>
                  </a:cubicBezTo>
                  <a:lnTo>
                    <a:pt x="338250" y="6672611"/>
                  </a:lnTo>
                  <a:cubicBezTo>
                    <a:pt x="-39620" y="6672611"/>
                    <a:pt x="1296" y="6597779"/>
                    <a:pt x="1296" y="6219909"/>
                  </a:cubicBezTo>
                  <a:cubicBezTo>
                    <a:pt x="5154" y="4282074"/>
                    <a:pt x="9013" y="2344239"/>
                    <a:pt x="12871" y="406404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35" name="Obrázek 34">
              <a:extLst>
                <a:ext uri="{FF2B5EF4-FFF2-40B4-BE49-F238E27FC236}">
                  <a16:creationId xmlns:a16="http://schemas.microsoft.com/office/drawing/2014/main" id="{5768E00A-AA1A-6EED-076A-EBB987502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85847" y="152879"/>
              <a:ext cx="3426327" cy="65522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6603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5AA19-DE5A-7085-9A0E-9801E401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942555-BD6E-DE83-98EE-C2B4031BC6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523BFB5-0C01-0F66-C395-52D61EB7AC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FF81C22-562A-7BB5-D3AD-96748F256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3" name="Skupina 32">
            <a:extLst>
              <a:ext uri="{FF2B5EF4-FFF2-40B4-BE49-F238E27FC236}">
                <a16:creationId xmlns:a16="http://schemas.microsoft.com/office/drawing/2014/main" id="{A47D8D1B-CB13-7AD5-7512-2956E2AF9574}"/>
              </a:ext>
            </a:extLst>
          </p:cNvPr>
          <p:cNvGrpSpPr/>
          <p:nvPr/>
        </p:nvGrpSpPr>
        <p:grpSpPr>
          <a:xfrm>
            <a:off x="2850988" y="198438"/>
            <a:ext cx="6490020" cy="1543050"/>
            <a:chOff x="2850988" y="198438"/>
            <a:chExt cx="6490020" cy="1543050"/>
          </a:xfrm>
        </p:grpSpPr>
        <p:sp>
          <p:nvSpPr>
            <p:cNvPr id="6" name="Obdélník: se zakulacenými rohy 5">
              <a:extLst>
                <a:ext uri="{FF2B5EF4-FFF2-40B4-BE49-F238E27FC236}">
                  <a16:creationId xmlns:a16="http://schemas.microsoft.com/office/drawing/2014/main" id="{43CE7810-954D-2192-39D1-DB1716D1E831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" name="TextovéPole 3">
              <a:extLst>
                <a:ext uri="{FF2B5EF4-FFF2-40B4-BE49-F238E27FC236}">
                  <a16:creationId xmlns:a16="http://schemas.microsoft.com/office/drawing/2014/main" id="{A5BC22D3-C21D-CDDA-9070-4D33CBDBBC06}"/>
                </a:ext>
              </a:extLst>
            </p:cNvPr>
            <p:cNvSpPr txBox="1"/>
            <p:nvPr/>
          </p:nvSpPr>
          <p:spPr>
            <a:xfrm>
              <a:off x="2850988" y="369798"/>
              <a:ext cx="64900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Větší problémy</a:t>
              </a:r>
            </a:p>
          </p:txBody>
        </p:sp>
      </p:grpSp>
      <p:grpSp>
        <p:nvGrpSpPr>
          <p:cNvPr id="34" name="Skupina 33">
            <a:extLst>
              <a:ext uri="{FF2B5EF4-FFF2-40B4-BE49-F238E27FC236}">
                <a16:creationId xmlns:a16="http://schemas.microsoft.com/office/drawing/2014/main" id="{E08A975D-5C32-46E8-57A7-1E1FCA891865}"/>
              </a:ext>
            </a:extLst>
          </p:cNvPr>
          <p:cNvGrpSpPr/>
          <p:nvPr/>
        </p:nvGrpSpPr>
        <p:grpSpPr>
          <a:xfrm>
            <a:off x="2814316" y="2662646"/>
            <a:ext cx="6490020" cy="913764"/>
            <a:chOff x="189068" y="3126919"/>
            <a:chExt cx="6490020" cy="913764"/>
          </a:xfrm>
        </p:grpSpPr>
        <p:sp>
          <p:nvSpPr>
            <p:cNvPr id="31" name="Obdélník: se zakulacenými rohy 30">
              <a:extLst>
                <a:ext uri="{FF2B5EF4-FFF2-40B4-BE49-F238E27FC236}">
                  <a16:creationId xmlns:a16="http://schemas.microsoft.com/office/drawing/2014/main" id="{BD77EC38-DA7E-BD7D-EE83-61FAAB19909F}"/>
                </a:ext>
              </a:extLst>
            </p:cNvPr>
            <p:cNvSpPr/>
            <p:nvPr/>
          </p:nvSpPr>
          <p:spPr>
            <a:xfrm>
              <a:off x="1635758" y="3126919"/>
              <a:ext cx="359664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TextovéPole 31">
              <a:extLst>
                <a:ext uri="{FF2B5EF4-FFF2-40B4-BE49-F238E27FC236}">
                  <a16:creationId xmlns:a16="http://schemas.microsoft.com/office/drawing/2014/main" id="{4E1DF709-0B2A-DFD9-6390-DF165719AF80}"/>
                </a:ext>
              </a:extLst>
            </p:cNvPr>
            <p:cNvSpPr txBox="1"/>
            <p:nvPr/>
          </p:nvSpPr>
          <p:spPr>
            <a:xfrm>
              <a:off x="189068" y="326063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Čas (Delta </a:t>
              </a:r>
              <a:r>
                <a:rPr lang="cs-CZ" sz="3600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time</a:t>
              </a:r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35" name="Skupina 34">
            <a:extLst>
              <a:ext uri="{FF2B5EF4-FFF2-40B4-BE49-F238E27FC236}">
                <a16:creationId xmlns:a16="http://schemas.microsoft.com/office/drawing/2014/main" id="{B49392B4-EC73-C103-7959-7CE5F44CD324}"/>
              </a:ext>
            </a:extLst>
          </p:cNvPr>
          <p:cNvGrpSpPr/>
          <p:nvPr/>
        </p:nvGrpSpPr>
        <p:grpSpPr>
          <a:xfrm>
            <a:off x="2856067" y="4028618"/>
            <a:ext cx="6490020" cy="913764"/>
            <a:chOff x="189068" y="3126919"/>
            <a:chExt cx="6490020" cy="913764"/>
          </a:xfrm>
        </p:grpSpPr>
        <p:sp>
          <p:nvSpPr>
            <p:cNvPr id="36" name="Obdélník: se zakulacenými rohy 35">
              <a:extLst>
                <a:ext uri="{FF2B5EF4-FFF2-40B4-BE49-F238E27FC236}">
                  <a16:creationId xmlns:a16="http://schemas.microsoft.com/office/drawing/2014/main" id="{428B2D1D-921A-C884-F0AD-F1F5EE071412}"/>
                </a:ext>
              </a:extLst>
            </p:cNvPr>
            <p:cNvSpPr/>
            <p:nvPr/>
          </p:nvSpPr>
          <p:spPr>
            <a:xfrm>
              <a:off x="1345086" y="3126919"/>
              <a:ext cx="4094482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TextovéPole 36">
              <a:extLst>
                <a:ext uri="{FF2B5EF4-FFF2-40B4-BE49-F238E27FC236}">
                  <a16:creationId xmlns:a16="http://schemas.microsoft.com/office/drawing/2014/main" id="{5D69E702-24CE-8FB3-12A0-4C26F8117DA7}"/>
                </a:ext>
              </a:extLst>
            </p:cNvPr>
            <p:cNvSpPr txBox="1"/>
            <p:nvPr/>
          </p:nvSpPr>
          <p:spPr>
            <a:xfrm>
              <a:off x="189068" y="326063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Ukládání a načítání</a:t>
              </a:r>
            </a:p>
          </p:txBody>
        </p:sp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CEF3CD89-3EA3-D4D3-0444-FA378A5E0521}"/>
              </a:ext>
            </a:extLst>
          </p:cNvPr>
          <p:cNvGrpSpPr/>
          <p:nvPr/>
        </p:nvGrpSpPr>
        <p:grpSpPr>
          <a:xfrm>
            <a:off x="450696" y="-3600000"/>
            <a:ext cx="5999721" cy="2308324"/>
            <a:chOff x="450696" y="87004"/>
            <a:chExt cx="5999721" cy="2308324"/>
          </a:xfrm>
        </p:grpSpPr>
        <p:sp>
          <p:nvSpPr>
            <p:cNvPr id="8" name="Obdélník: se zakulacenými rohy 7">
              <a:extLst>
                <a:ext uri="{FF2B5EF4-FFF2-40B4-BE49-F238E27FC236}">
                  <a16:creationId xmlns:a16="http://schemas.microsoft.com/office/drawing/2014/main" id="{65E7D978-0D00-5E54-F6D4-519CED7C80E4}"/>
                </a:ext>
              </a:extLst>
            </p:cNvPr>
            <p:cNvSpPr/>
            <p:nvPr/>
          </p:nvSpPr>
          <p:spPr>
            <a:xfrm>
              <a:off x="450696" y="179959"/>
              <a:ext cx="5999721" cy="1119387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" name="TextovéPole 8">
              <a:extLst>
                <a:ext uri="{FF2B5EF4-FFF2-40B4-BE49-F238E27FC236}">
                  <a16:creationId xmlns:a16="http://schemas.microsoft.com/office/drawing/2014/main" id="{A81DBADF-C3F7-E298-48E6-3C8530E618A6}"/>
                </a:ext>
              </a:extLst>
            </p:cNvPr>
            <p:cNvSpPr txBox="1"/>
            <p:nvPr/>
          </p:nvSpPr>
          <p:spPr>
            <a:xfrm>
              <a:off x="695090" y="87004"/>
              <a:ext cx="5510932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Konfigurace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13" name="Skupina 12">
            <a:extLst>
              <a:ext uri="{FF2B5EF4-FFF2-40B4-BE49-F238E27FC236}">
                <a16:creationId xmlns:a16="http://schemas.microsoft.com/office/drawing/2014/main" id="{B33DFA11-9EB3-D1B6-B252-2A779C7F6429}"/>
              </a:ext>
            </a:extLst>
          </p:cNvPr>
          <p:cNvGrpSpPr/>
          <p:nvPr/>
        </p:nvGrpSpPr>
        <p:grpSpPr>
          <a:xfrm>
            <a:off x="-10046493" y="1972243"/>
            <a:ext cx="3795805" cy="853283"/>
            <a:chOff x="1400536" y="3044142"/>
            <a:chExt cx="3795805" cy="853283"/>
          </a:xfrm>
        </p:grpSpPr>
        <p:sp>
          <p:nvSpPr>
            <p:cNvPr id="14" name="Obdélník: se zakulacenými rohy 13">
              <a:extLst>
                <a:ext uri="{FF2B5EF4-FFF2-40B4-BE49-F238E27FC236}">
                  <a16:creationId xmlns:a16="http://schemas.microsoft.com/office/drawing/2014/main" id="{372C3A83-DA88-53F0-02CC-6E73D61AC1E8}"/>
                </a:ext>
              </a:extLst>
            </p:cNvPr>
            <p:cNvSpPr/>
            <p:nvPr/>
          </p:nvSpPr>
          <p:spPr>
            <a:xfrm>
              <a:off x="1400536" y="3044142"/>
              <a:ext cx="3658833" cy="853283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5" name="TextovéPole 14">
              <a:extLst>
                <a:ext uri="{FF2B5EF4-FFF2-40B4-BE49-F238E27FC236}">
                  <a16:creationId xmlns:a16="http://schemas.microsoft.com/office/drawing/2014/main" id="{B9700EAD-1488-FFA0-0601-55CDF5BF609C}"/>
                </a:ext>
              </a:extLst>
            </p:cNvPr>
            <p:cNvSpPr txBox="1"/>
            <p:nvPr/>
          </p:nvSpPr>
          <p:spPr>
            <a:xfrm>
              <a:off x="1400536" y="3275450"/>
              <a:ext cx="37958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2000" dirty="0">
                  <a:solidFill>
                    <a:schemeClr val="tx2">
                      <a:lumMod val="10000"/>
                      <a:lumOff val="90000"/>
                    </a:schemeClr>
                  </a:solidFill>
                </a:rPr>
                <a:t>Možnost upravovat přes příkazy</a:t>
              </a:r>
            </a:p>
          </p:txBody>
        </p:sp>
      </p:grpSp>
      <p:grpSp>
        <p:nvGrpSpPr>
          <p:cNvPr id="16" name="Skupina 15">
            <a:extLst>
              <a:ext uri="{FF2B5EF4-FFF2-40B4-BE49-F238E27FC236}">
                <a16:creationId xmlns:a16="http://schemas.microsoft.com/office/drawing/2014/main" id="{1EEA5505-D54D-3B04-7A7A-8B25A98BA39D}"/>
              </a:ext>
            </a:extLst>
          </p:cNvPr>
          <p:cNvGrpSpPr/>
          <p:nvPr/>
        </p:nvGrpSpPr>
        <p:grpSpPr>
          <a:xfrm>
            <a:off x="-10666037" y="3068225"/>
            <a:ext cx="4858037" cy="2071783"/>
            <a:chOff x="940879" y="3186017"/>
            <a:chExt cx="4858037" cy="2071783"/>
          </a:xfrm>
        </p:grpSpPr>
        <p:sp>
          <p:nvSpPr>
            <p:cNvPr id="17" name="Obdélník: se zakulacenými rohy 17">
              <a:extLst>
                <a:ext uri="{FF2B5EF4-FFF2-40B4-BE49-F238E27FC236}">
                  <a16:creationId xmlns:a16="http://schemas.microsoft.com/office/drawing/2014/main" id="{1FF67670-FFD0-B76E-A515-2E8513687E0B}"/>
                </a:ext>
              </a:extLst>
            </p:cNvPr>
            <p:cNvSpPr/>
            <p:nvPr/>
          </p:nvSpPr>
          <p:spPr>
            <a:xfrm>
              <a:off x="940879" y="3186017"/>
              <a:ext cx="4858037" cy="2071783"/>
            </a:xfrm>
            <a:custGeom>
              <a:avLst/>
              <a:gdLst>
                <a:gd name="csX0" fmla="*/ 0 w 4105088"/>
                <a:gd name="csY0" fmla="*/ 684195 h 6684185"/>
                <a:gd name="csX1" fmla="*/ 684195 w 4105088"/>
                <a:gd name="csY1" fmla="*/ 0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684195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417978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417978 h 6684185"/>
                <a:gd name="csX0" fmla="*/ 0 w 4105094"/>
                <a:gd name="csY0" fmla="*/ 406404 h 6672611"/>
                <a:gd name="csX1" fmla="*/ 406402 w 4105094"/>
                <a:gd name="csY1" fmla="*/ 0 h 6672611"/>
                <a:gd name="csX2" fmla="*/ 3733409 w 4105094"/>
                <a:gd name="csY2" fmla="*/ 0 h 6672611"/>
                <a:gd name="csX3" fmla="*/ 4105088 w 4105094"/>
                <a:gd name="csY3" fmla="*/ 672621 h 6672611"/>
                <a:gd name="csX4" fmla="*/ 4105088 w 4105094"/>
                <a:gd name="csY4" fmla="*/ 5988416 h 6672611"/>
                <a:gd name="csX5" fmla="*/ 3420893 w 4105094"/>
                <a:gd name="csY5" fmla="*/ 6672611 h 6672611"/>
                <a:gd name="csX6" fmla="*/ 684195 w 4105094"/>
                <a:gd name="csY6" fmla="*/ 6672611 h 6672611"/>
                <a:gd name="csX7" fmla="*/ 0 w 4105094"/>
                <a:gd name="csY7" fmla="*/ 5988416 h 6672611"/>
                <a:gd name="csX8" fmla="*/ 0 w 4105094"/>
                <a:gd name="csY8" fmla="*/ 406404 h 6672611"/>
                <a:gd name="csX0" fmla="*/ 0 w 4105088"/>
                <a:gd name="csY0" fmla="*/ 406404 h 6672611"/>
                <a:gd name="csX1" fmla="*/ 406402 w 4105088"/>
                <a:gd name="csY1" fmla="*/ 0 h 6672611"/>
                <a:gd name="csX2" fmla="*/ 3733409 w 4105088"/>
                <a:gd name="csY2" fmla="*/ 0 h 6672611"/>
                <a:gd name="csX3" fmla="*/ 4093513 w 4105088"/>
                <a:gd name="csY3" fmla="*/ 394829 h 6672611"/>
                <a:gd name="csX4" fmla="*/ 4105088 w 4105088"/>
                <a:gd name="csY4" fmla="*/ 5988416 h 6672611"/>
                <a:gd name="csX5" fmla="*/ 3420893 w 4105088"/>
                <a:gd name="csY5" fmla="*/ 6672611 h 6672611"/>
                <a:gd name="csX6" fmla="*/ 684195 w 4105088"/>
                <a:gd name="csY6" fmla="*/ 6672611 h 6672611"/>
                <a:gd name="csX7" fmla="*/ 0 w 4105088"/>
                <a:gd name="csY7" fmla="*/ 5988416 h 6672611"/>
                <a:gd name="csX8" fmla="*/ 0 w 4105088"/>
                <a:gd name="csY8" fmla="*/ 406404 h 6672611"/>
                <a:gd name="csX0" fmla="*/ 0 w 4105088"/>
                <a:gd name="csY0" fmla="*/ 406404 h 6672617"/>
                <a:gd name="csX1" fmla="*/ 406402 w 4105088"/>
                <a:gd name="csY1" fmla="*/ 0 h 6672617"/>
                <a:gd name="csX2" fmla="*/ 3733409 w 4105088"/>
                <a:gd name="csY2" fmla="*/ 0 h 6672617"/>
                <a:gd name="csX3" fmla="*/ 4093513 w 4105088"/>
                <a:gd name="csY3" fmla="*/ 394829 h 6672617"/>
                <a:gd name="csX4" fmla="*/ 4105088 w 4105088"/>
                <a:gd name="csY4" fmla="*/ 6300932 h 6672617"/>
                <a:gd name="csX5" fmla="*/ 3420893 w 4105088"/>
                <a:gd name="csY5" fmla="*/ 6672611 h 6672617"/>
                <a:gd name="csX6" fmla="*/ 684195 w 4105088"/>
                <a:gd name="csY6" fmla="*/ 6672611 h 6672617"/>
                <a:gd name="csX7" fmla="*/ 0 w 4105088"/>
                <a:gd name="csY7" fmla="*/ 5988416 h 6672617"/>
                <a:gd name="csX8" fmla="*/ 0 w 4105088"/>
                <a:gd name="csY8" fmla="*/ 406404 h 6672617"/>
                <a:gd name="csX0" fmla="*/ 0 w 4105618"/>
                <a:gd name="csY0" fmla="*/ 406404 h 6672611"/>
                <a:gd name="csX1" fmla="*/ 406402 w 4105618"/>
                <a:gd name="csY1" fmla="*/ 0 h 6672611"/>
                <a:gd name="csX2" fmla="*/ 3733409 w 4105618"/>
                <a:gd name="csY2" fmla="*/ 0 h 6672611"/>
                <a:gd name="csX3" fmla="*/ 4093513 w 4105618"/>
                <a:gd name="csY3" fmla="*/ 394829 h 6672611"/>
                <a:gd name="csX4" fmla="*/ 4105088 w 4105618"/>
                <a:gd name="csY4" fmla="*/ 6300932 h 6672611"/>
                <a:gd name="csX5" fmla="*/ 3756559 w 4105618"/>
                <a:gd name="csY5" fmla="*/ 6661036 h 6672611"/>
                <a:gd name="csX6" fmla="*/ 684195 w 4105618"/>
                <a:gd name="csY6" fmla="*/ 6672611 h 6672611"/>
                <a:gd name="csX7" fmla="*/ 0 w 4105618"/>
                <a:gd name="csY7" fmla="*/ 5988416 h 6672611"/>
                <a:gd name="csX8" fmla="*/ 0 w 4105618"/>
                <a:gd name="csY8" fmla="*/ 406404 h 6672611"/>
                <a:gd name="csX0" fmla="*/ 2481 w 4108099"/>
                <a:gd name="csY0" fmla="*/ 406404 h 6672611"/>
                <a:gd name="csX1" fmla="*/ 408883 w 4108099"/>
                <a:gd name="csY1" fmla="*/ 0 h 6672611"/>
                <a:gd name="csX2" fmla="*/ 3735890 w 4108099"/>
                <a:gd name="csY2" fmla="*/ 0 h 6672611"/>
                <a:gd name="csX3" fmla="*/ 4095994 w 4108099"/>
                <a:gd name="csY3" fmla="*/ 394829 h 6672611"/>
                <a:gd name="csX4" fmla="*/ 4107569 w 4108099"/>
                <a:gd name="csY4" fmla="*/ 6300932 h 6672611"/>
                <a:gd name="csX5" fmla="*/ 3759040 w 4108099"/>
                <a:gd name="csY5" fmla="*/ 6661036 h 6672611"/>
                <a:gd name="csX6" fmla="*/ 327860 w 4108099"/>
                <a:gd name="csY6" fmla="*/ 6672611 h 6672611"/>
                <a:gd name="csX7" fmla="*/ 2481 w 4108099"/>
                <a:gd name="csY7" fmla="*/ 5988416 h 6672611"/>
                <a:gd name="csX8" fmla="*/ 2481 w 4108099"/>
                <a:gd name="csY8" fmla="*/ 406404 h 6672611"/>
                <a:gd name="csX0" fmla="*/ 12871 w 4118489"/>
                <a:gd name="csY0" fmla="*/ 406404 h 6672611"/>
                <a:gd name="csX1" fmla="*/ 419273 w 4118489"/>
                <a:gd name="csY1" fmla="*/ 0 h 6672611"/>
                <a:gd name="csX2" fmla="*/ 3746280 w 4118489"/>
                <a:gd name="csY2" fmla="*/ 0 h 6672611"/>
                <a:gd name="csX3" fmla="*/ 4106384 w 4118489"/>
                <a:gd name="csY3" fmla="*/ 394829 h 6672611"/>
                <a:gd name="csX4" fmla="*/ 4117959 w 4118489"/>
                <a:gd name="csY4" fmla="*/ 6300932 h 6672611"/>
                <a:gd name="csX5" fmla="*/ 3769430 w 4118489"/>
                <a:gd name="csY5" fmla="*/ 6661036 h 6672611"/>
                <a:gd name="csX6" fmla="*/ 338250 w 4118489"/>
                <a:gd name="csY6" fmla="*/ 6672611 h 6672611"/>
                <a:gd name="csX7" fmla="*/ 1296 w 4118489"/>
                <a:gd name="csY7" fmla="*/ 6219909 h 6672611"/>
                <a:gd name="csX8" fmla="*/ 12871 w 4118489"/>
                <a:gd name="csY8" fmla="*/ 406404 h 6672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18489" h="6672611">
                  <a:moveTo>
                    <a:pt x="12871" y="406404"/>
                  </a:moveTo>
                  <a:cubicBezTo>
                    <a:pt x="12871" y="28534"/>
                    <a:pt x="41403" y="0"/>
                    <a:pt x="419273" y="0"/>
                  </a:cubicBezTo>
                  <a:lnTo>
                    <a:pt x="3746280" y="0"/>
                  </a:lnTo>
                  <a:cubicBezTo>
                    <a:pt x="4124150" y="0"/>
                    <a:pt x="4106384" y="16959"/>
                    <a:pt x="4106384" y="394829"/>
                  </a:cubicBezTo>
                  <a:cubicBezTo>
                    <a:pt x="4110242" y="2259358"/>
                    <a:pt x="4114101" y="4436403"/>
                    <a:pt x="4117959" y="6300932"/>
                  </a:cubicBezTo>
                  <a:cubicBezTo>
                    <a:pt x="4117959" y="6678802"/>
                    <a:pt x="4147300" y="6661036"/>
                    <a:pt x="3769430" y="6661036"/>
                  </a:cubicBezTo>
                  <a:lnTo>
                    <a:pt x="338250" y="6672611"/>
                  </a:lnTo>
                  <a:cubicBezTo>
                    <a:pt x="-39620" y="6672611"/>
                    <a:pt x="1296" y="6597779"/>
                    <a:pt x="1296" y="6219909"/>
                  </a:cubicBezTo>
                  <a:cubicBezTo>
                    <a:pt x="5154" y="4282074"/>
                    <a:pt x="9013" y="2344239"/>
                    <a:pt x="12871" y="406404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18" name="Obrázek 17">
              <a:extLst>
                <a:ext uri="{FF2B5EF4-FFF2-40B4-BE49-F238E27FC236}">
                  <a16:creationId xmlns:a16="http://schemas.microsoft.com/office/drawing/2014/main" id="{45A3B7C9-0320-DE95-79DA-58BCA2400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4561" y="3329610"/>
              <a:ext cx="4381248" cy="1775894"/>
            </a:xfrm>
            <a:prstGeom prst="rect">
              <a:avLst/>
            </a:prstGeom>
          </p:spPr>
        </p:pic>
        <p:sp>
          <p:nvSpPr>
            <p:cNvPr id="19" name="Šipka: doleva 18">
              <a:extLst>
                <a:ext uri="{FF2B5EF4-FFF2-40B4-BE49-F238E27FC236}">
                  <a16:creationId xmlns:a16="http://schemas.microsoft.com/office/drawing/2014/main" id="{410C5936-5498-AF3F-862E-7D2910C4BA67}"/>
                </a:ext>
              </a:extLst>
            </p:cNvPr>
            <p:cNvSpPr/>
            <p:nvPr/>
          </p:nvSpPr>
          <p:spPr>
            <a:xfrm rot="483619">
              <a:off x="3053739" y="4753876"/>
              <a:ext cx="1246758" cy="484632"/>
            </a:xfrm>
            <a:prstGeom prst="lef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cs-CZ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20" name="Skupina 19">
            <a:extLst>
              <a:ext uri="{FF2B5EF4-FFF2-40B4-BE49-F238E27FC236}">
                <a16:creationId xmlns:a16="http://schemas.microsoft.com/office/drawing/2014/main" id="{969F361D-9F80-7373-67C0-07D22D7B782E}"/>
              </a:ext>
            </a:extLst>
          </p:cNvPr>
          <p:cNvGrpSpPr/>
          <p:nvPr/>
        </p:nvGrpSpPr>
        <p:grpSpPr>
          <a:xfrm>
            <a:off x="3629429" y="-3600000"/>
            <a:ext cx="4933135" cy="1053295"/>
            <a:chOff x="2850987" y="73030"/>
            <a:chExt cx="6490020" cy="1668458"/>
          </a:xfrm>
        </p:grpSpPr>
        <p:sp>
          <p:nvSpPr>
            <p:cNvPr id="21" name="Obdélník: se zakulacenými rohy 20">
              <a:extLst>
                <a:ext uri="{FF2B5EF4-FFF2-40B4-BE49-F238E27FC236}">
                  <a16:creationId xmlns:a16="http://schemas.microsoft.com/office/drawing/2014/main" id="{6C3E1E10-58AF-29CB-D83D-00611FEDE139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TextovéPole 21">
              <a:extLst>
                <a:ext uri="{FF2B5EF4-FFF2-40B4-BE49-F238E27FC236}">
                  <a16:creationId xmlns:a16="http://schemas.microsoft.com/office/drawing/2014/main" id="{2E5AF2CF-1496-4897-D4E0-94DE554E7D86}"/>
                </a:ext>
              </a:extLst>
            </p:cNvPr>
            <p:cNvSpPr txBox="1"/>
            <p:nvPr/>
          </p:nvSpPr>
          <p:spPr>
            <a:xfrm>
              <a:off x="2850987" y="73030"/>
              <a:ext cx="64900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Game </a:t>
              </a:r>
              <a:r>
                <a:rPr lang="cs-CZ" sz="7200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loop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23" name="Skupina 22">
            <a:extLst>
              <a:ext uri="{FF2B5EF4-FFF2-40B4-BE49-F238E27FC236}">
                <a16:creationId xmlns:a16="http://schemas.microsoft.com/office/drawing/2014/main" id="{90CE6EDD-2E7F-A9E5-FE4D-FA196E07374F}"/>
              </a:ext>
            </a:extLst>
          </p:cNvPr>
          <p:cNvGrpSpPr/>
          <p:nvPr/>
        </p:nvGrpSpPr>
        <p:grpSpPr>
          <a:xfrm>
            <a:off x="806608" y="12600000"/>
            <a:ext cx="10577116" cy="5405543"/>
            <a:chOff x="806608" y="1292460"/>
            <a:chExt cx="10577116" cy="5405543"/>
          </a:xfrm>
        </p:grpSpPr>
        <p:sp>
          <p:nvSpPr>
            <p:cNvPr id="24" name="Obdélník: se zakulacenými rohy 55">
              <a:extLst>
                <a:ext uri="{FF2B5EF4-FFF2-40B4-BE49-F238E27FC236}">
                  <a16:creationId xmlns:a16="http://schemas.microsoft.com/office/drawing/2014/main" id="{5B3A8E13-A5A8-79F1-23BF-ED5063D08533}"/>
                </a:ext>
              </a:extLst>
            </p:cNvPr>
            <p:cNvSpPr/>
            <p:nvPr/>
          </p:nvSpPr>
          <p:spPr>
            <a:xfrm>
              <a:off x="806608" y="1292460"/>
              <a:ext cx="10577116" cy="5405543"/>
            </a:xfrm>
            <a:custGeom>
              <a:avLst/>
              <a:gdLst>
                <a:gd name="csX0" fmla="*/ 0 w 8514082"/>
                <a:gd name="csY0" fmla="*/ 783184 h 4699008"/>
                <a:gd name="csX1" fmla="*/ 783184 w 8514082"/>
                <a:gd name="csY1" fmla="*/ 0 h 4699008"/>
                <a:gd name="csX2" fmla="*/ 7730898 w 8514082"/>
                <a:gd name="csY2" fmla="*/ 0 h 4699008"/>
                <a:gd name="csX3" fmla="*/ 8514082 w 8514082"/>
                <a:gd name="csY3" fmla="*/ 783184 h 4699008"/>
                <a:gd name="csX4" fmla="*/ 8514082 w 8514082"/>
                <a:gd name="csY4" fmla="*/ 3915824 h 4699008"/>
                <a:gd name="csX5" fmla="*/ 7730898 w 8514082"/>
                <a:gd name="csY5" fmla="*/ 4699008 h 4699008"/>
                <a:gd name="csX6" fmla="*/ 783184 w 8514082"/>
                <a:gd name="csY6" fmla="*/ 4699008 h 4699008"/>
                <a:gd name="csX7" fmla="*/ 0 w 8514082"/>
                <a:gd name="csY7" fmla="*/ 3915824 h 4699008"/>
                <a:gd name="csX8" fmla="*/ 0 w 8514082"/>
                <a:gd name="csY8" fmla="*/ 783184 h 4699008"/>
                <a:gd name="csX0" fmla="*/ 10160 w 8514082"/>
                <a:gd name="csY0" fmla="*/ 337593 h 4710617"/>
                <a:gd name="csX1" fmla="*/ 783184 w 8514082"/>
                <a:gd name="csY1" fmla="*/ 11609 h 4710617"/>
                <a:gd name="csX2" fmla="*/ 7730898 w 8514082"/>
                <a:gd name="csY2" fmla="*/ 11609 h 4710617"/>
                <a:gd name="csX3" fmla="*/ 8514082 w 8514082"/>
                <a:gd name="csY3" fmla="*/ 794793 h 4710617"/>
                <a:gd name="csX4" fmla="*/ 8514082 w 8514082"/>
                <a:gd name="csY4" fmla="*/ 3927433 h 4710617"/>
                <a:gd name="csX5" fmla="*/ 7730898 w 8514082"/>
                <a:gd name="csY5" fmla="*/ 4710617 h 4710617"/>
                <a:gd name="csX6" fmla="*/ 783184 w 8514082"/>
                <a:gd name="csY6" fmla="*/ 4710617 h 4710617"/>
                <a:gd name="csX7" fmla="*/ 0 w 8514082"/>
                <a:gd name="csY7" fmla="*/ 3927433 h 4710617"/>
                <a:gd name="csX8" fmla="*/ 10160 w 8514082"/>
                <a:gd name="csY8" fmla="*/ 337593 h 4710617"/>
                <a:gd name="csX0" fmla="*/ 10160 w 8524242"/>
                <a:gd name="csY0" fmla="*/ 343329 h 4716353"/>
                <a:gd name="csX1" fmla="*/ 783184 w 8524242"/>
                <a:gd name="csY1" fmla="*/ 17345 h 4716353"/>
                <a:gd name="csX2" fmla="*/ 7730898 w 8524242"/>
                <a:gd name="csY2" fmla="*/ 17345 h 4716353"/>
                <a:gd name="csX3" fmla="*/ 8524242 w 8524242"/>
                <a:gd name="csY3" fmla="*/ 323009 h 4716353"/>
                <a:gd name="csX4" fmla="*/ 8514082 w 8524242"/>
                <a:gd name="csY4" fmla="*/ 3933169 h 4716353"/>
                <a:gd name="csX5" fmla="*/ 7730898 w 8524242"/>
                <a:gd name="csY5" fmla="*/ 4716353 h 4716353"/>
                <a:gd name="csX6" fmla="*/ 783184 w 8524242"/>
                <a:gd name="csY6" fmla="*/ 4716353 h 4716353"/>
                <a:gd name="csX7" fmla="*/ 0 w 8524242"/>
                <a:gd name="csY7" fmla="*/ 3933169 h 4716353"/>
                <a:gd name="csX8" fmla="*/ 10160 w 8524242"/>
                <a:gd name="csY8" fmla="*/ 343329 h 4716353"/>
                <a:gd name="csX0" fmla="*/ 10160 w 8524242"/>
                <a:gd name="csY0" fmla="*/ 337594 h 4710618"/>
                <a:gd name="csX1" fmla="*/ 783184 w 8524242"/>
                <a:gd name="csY1" fmla="*/ 11610 h 4710618"/>
                <a:gd name="csX2" fmla="*/ 7964578 w 8524242"/>
                <a:gd name="csY2" fmla="*/ 21770 h 4710618"/>
                <a:gd name="csX3" fmla="*/ 8524242 w 8524242"/>
                <a:gd name="csY3" fmla="*/ 317274 h 4710618"/>
                <a:gd name="csX4" fmla="*/ 8514082 w 8524242"/>
                <a:gd name="csY4" fmla="*/ 3927434 h 4710618"/>
                <a:gd name="csX5" fmla="*/ 7730898 w 8524242"/>
                <a:gd name="csY5" fmla="*/ 4710618 h 4710618"/>
                <a:gd name="csX6" fmla="*/ 783184 w 8524242"/>
                <a:gd name="csY6" fmla="*/ 4710618 h 4710618"/>
                <a:gd name="csX7" fmla="*/ 0 w 8524242"/>
                <a:gd name="csY7" fmla="*/ 3927434 h 4710618"/>
                <a:gd name="csX8" fmla="*/ 10160 w 8524242"/>
                <a:gd name="csY8" fmla="*/ 337594 h 4710618"/>
                <a:gd name="csX0" fmla="*/ 10160 w 8524242"/>
                <a:gd name="csY0" fmla="*/ 337594 h 4710618"/>
                <a:gd name="csX1" fmla="*/ 783184 w 8524242"/>
                <a:gd name="csY1" fmla="*/ 11610 h 4710618"/>
                <a:gd name="csX2" fmla="*/ 7964578 w 8524242"/>
                <a:gd name="csY2" fmla="*/ 21770 h 4710618"/>
                <a:gd name="csX3" fmla="*/ 8524242 w 8524242"/>
                <a:gd name="csY3" fmla="*/ 408714 h 4710618"/>
                <a:gd name="csX4" fmla="*/ 8514082 w 8524242"/>
                <a:gd name="csY4" fmla="*/ 3927434 h 4710618"/>
                <a:gd name="csX5" fmla="*/ 7730898 w 8524242"/>
                <a:gd name="csY5" fmla="*/ 4710618 h 4710618"/>
                <a:gd name="csX6" fmla="*/ 783184 w 8524242"/>
                <a:gd name="csY6" fmla="*/ 4710618 h 4710618"/>
                <a:gd name="csX7" fmla="*/ 0 w 8524242"/>
                <a:gd name="csY7" fmla="*/ 3927434 h 4710618"/>
                <a:gd name="csX8" fmla="*/ 10160 w 8524242"/>
                <a:gd name="csY8" fmla="*/ 337594 h 4710618"/>
                <a:gd name="csX0" fmla="*/ 0 w 8514082"/>
                <a:gd name="csY0" fmla="*/ 337594 h 4715769"/>
                <a:gd name="csX1" fmla="*/ 773024 w 8514082"/>
                <a:gd name="csY1" fmla="*/ 11610 h 4715769"/>
                <a:gd name="csX2" fmla="*/ 7954418 w 8514082"/>
                <a:gd name="csY2" fmla="*/ 21770 h 4715769"/>
                <a:gd name="csX3" fmla="*/ 8514082 w 8514082"/>
                <a:gd name="csY3" fmla="*/ 408714 h 4715769"/>
                <a:gd name="csX4" fmla="*/ 8503922 w 8514082"/>
                <a:gd name="csY4" fmla="*/ 3927434 h 4715769"/>
                <a:gd name="csX5" fmla="*/ 7720738 w 8514082"/>
                <a:gd name="csY5" fmla="*/ 4710618 h 4715769"/>
                <a:gd name="csX6" fmla="*/ 773024 w 8514082"/>
                <a:gd name="csY6" fmla="*/ 4710618 h 4715769"/>
                <a:gd name="csX7" fmla="*/ 0 w 8514082"/>
                <a:gd name="csY7" fmla="*/ 4354154 h 4715769"/>
                <a:gd name="csX8" fmla="*/ 0 w 8514082"/>
                <a:gd name="csY8" fmla="*/ 337594 h 4715769"/>
                <a:gd name="csX0" fmla="*/ 0 w 8514082"/>
                <a:gd name="csY0" fmla="*/ 337594 h 4715769"/>
                <a:gd name="csX1" fmla="*/ 773024 w 8514082"/>
                <a:gd name="csY1" fmla="*/ 11610 h 4715769"/>
                <a:gd name="csX2" fmla="*/ 7954418 w 8514082"/>
                <a:gd name="csY2" fmla="*/ 21770 h 4715769"/>
                <a:gd name="csX3" fmla="*/ 8514082 w 8514082"/>
                <a:gd name="csY3" fmla="*/ 408714 h 4715769"/>
                <a:gd name="csX4" fmla="*/ 8503922 w 8514082"/>
                <a:gd name="csY4" fmla="*/ 3927434 h 4715769"/>
                <a:gd name="csX5" fmla="*/ 7720738 w 8514082"/>
                <a:gd name="csY5" fmla="*/ 4710618 h 4715769"/>
                <a:gd name="csX6" fmla="*/ 579984 w 8514082"/>
                <a:gd name="csY6" fmla="*/ 4710618 h 4715769"/>
                <a:gd name="csX7" fmla="*/ 0 w 8514082"/>
                <a:gd name="csY7" fmla="*/ 4354154 h 4715769"/>
                <a:gd name="csX8" fmla="*/ 0 w 8514082"/>
                <a:gd name="csY8" fmla="*/ 337594 h 4715769"/>
                <a:gd name="csX0" fmla="*/ 0 w 8514082"/>
                <a:gd name="csY0" fmla="*/ 337594 h 4717626"/>
                <a:gd name="csX1" fmla="*/ 773024 w 8514082"/>
                <a:gd name="csY1" fmla="*/ 11610 h 4717626"/>
                <a:gd name="csX2" fmla="*/ 7954418 w 8514082"/>
                <a:gd name="csY2" fmla="*/ 21770 h 4717626"/>
                <a:gd name="csX3" fmla="*/ 8514082 w 8514082"/>
                <a:gd name="csY3" fmla="*/ 408714 h 4717626"/>
                <a:gd name="csX4" fmla="*/ 8473442 w 8514082"/>
                <a:gd name="csY4" fmla="*/ 4364314 h 4717626"/>
                <a:gd name="csX5" fmla="*/ 7720738 w 8514082"/>
                <a:gd name="csY5" fmla="*/ 4710618 h 4717626"/>
                <a:gd name="csX6" fmla="*/ 579984 w 8514082"/>
                <a:gd name="csY6" fmla="*/ 4710618 h 4717626"/>
                <a:gd name="csX7" fmla="*/ 0 w 8514082"/>
                <a:gd name="csY7" fmla="*/ 4354154 h 4717626"/>
                <a:gd name="csX8" fmla="*/ 0 w 8514082"/>
                <a:gd name="csY8" fmla="*/ 337594 h 4717626"/>
                <a:gd name="csX0" fmla="*/ 0 w 8514082"/>
                <a:gd name="csY0" fmla="*/ 337594 h 4725929"/>
                <a:gd name="csX1" fmla="*/ 773024 w 8514082"/>
                <a:gd name="csY1" fmla="*/ 11610 h 4725929"/>
                <a:gd name="csX2" fmla="*/ 7954418 w 8514082"/>
                <a:gd name="csY2" fmla="*/ 21770 h 4725929"/>
                <a:gd name="csX3" fmla="*/ 8514082 w 8514082"/>
                <a:gd name="csY3" fmla="*/ 408714 h 4725929"/>
                <a:gd name="csX4" fmla="*/ 8473442 w 8514082"/>
                <a:gd name="csY4" fmla="*/ 4364314 h 4725929"/>
                <a:gd name="csX5" fmla="*/ 7954418 w 8514082"/>
                <a:gd name="csY5" fmla="*/ 4720778 h 4725929"/>
                <a:gd name="csX6" fmla="*/ 579984 w 8514082"/>
                <a:gd name="csY6" fmla="*/ 4710618 h 4725929"/>
                <a:gd name="csX7" fmla="*/ 0 w 8514082"/>
                <a:gd name="csY7" fmla="*/ 4354154 h 4725929"/>
                <a:gd name="csX8" fmla="*/ 0 w 8514082"/>
                <a:gd name="csY8" fmla="*/ 337594 h 4725929"/>
                <a:gd name="csX0" fmla="*/ 0 w 8514082"/>
                <a:gd name="csY0" fmla="*/ 337594 h 4720842"/>
                <a:gd name="csX1" fmla="*/ 773024 w 8514082"/>
                <a:gd name="csY1" fmla="*/ 11610 h 4720842"/>
                <a:gd name="csX2" fmla="*/ 7954418 w 8514082"/>
                <a:gd name="csY2" fmla="*/ 21770 h 4720842"/>
                <a:gd name="csX3" fmla="*/ 8514082 w 8514082"/>
                <a:gd name="csY3" fmla="*/ 408714 h 4720842"/>
                <a:gd name="csX4" fmla="*/ 8473442 w 8514082"/>
                <a:gd name="csY4" fmla="*/ 4303354 h 4720842"/>
                <a:gd name="csX5" fmla="*/ 7954418 w 8514082"/>
                <a:gd name="csY5" fmla="*/ 4720778 h 4720842"/>
                <a:gd name="csX6" fmla="*/ 579984 w 8514082"/>
                <a:gd name="csY6" fmla="*/ 4710618 h 4720842"/>
                <a:gd name="csX7" fmla="*/ 0 w 8514082"/>
                <a:gd name="csY7" fmla="*/ 4354154 h 4720842"/>
                <a:gd name="csX8" fmla="*/ 0 w 8514082"/>
                <a:gd name="csY8" fmla="*/ 337594 h 4720842"/>
                <a:gd name="csX0" fmla="*/ 0 w 8483602"/>
                <a:gd name="csY0" fmla="*/ 337594 h 4720842"/>
                <a:gd name="csX1" fmla="*/ 773024 w 8483602"/>
                <a:gd name="csY1" fmla="*/ 11610 h 4720842"/>
                <a:gd name="csX2" fmla="*/ 7954418 w 8483602"/>
                <a:gd name="csY2" fmla="*/ 21770 h 4720842"/>
                <a:gd name="csX3" fmla="*/ 8483602 w 8483602"/>
                <a:gd name="csY3" fmla="*/ 408714 h 4720842"/>
                <a:gd name="csX4" fmla="*/ 8473442 w 8483602"/>
                <a:gd name="csY4" fmla="*/ 4303354 h 4720842"/>
                <a:gd name="csX5" fmla="*/ 7954418 w 8483602"/>
                <a:gd name="csY5" fmla="*/ 4720778 h 4720842"/>
                <a:gd name="csX6" fmla="*/ 579984 w 8483602"/>
                <a:gd name="csY6" fmla="*/ 4710618 h 4720842"/>
                <a:gd name="csX7" fmla="*/ 0 w 8483602"/>
                <a:gd name="csY7" fmla="*/ 4354154 h 4720842"/>
                <a:gd name="csX8" fmla="*/ 0 w 8483602"/>
                <a:gd name="csY8" fmla="*/ 337594 h 4720842"/>
                <a:gd name="csX0" fmla="*/ 0 w 8483602"/>
                <a:gd name="csY0" fmla="*/ 337594 h 4720842"/>
                <a:gd name="csX1" fmla="*/ 773024 w 8483602"/>
                <a:gd name="csY1" fmla="*/ 11610 h 4720842"/>
                <a:gd name="csX2" fmla="*/ 7954418 w 8483602"/>
                <a:gd name="csY2" fmla="*/ 21770 h 4720842"/>
                <a:gd name="csX3" fmla="*/ 8483602 w 8483602"/>
                <a:gd name="csY3" fmla="*/ 429034 h 4720842"/>
                <a:gd name="csX4" fmla="*/ 8473442 w 8483602"/>
                <a:gd name="csY4" fmla="*/ 4303354 h 4720842"/>
                <a:gd name="csX5" fmla="*/ 7954418 w 8483602"/>
                <a:gd name="csY5" fmla="*/ 4720778 h 4720842"/>
                <a:gd name="csX6" fmla="*/ 579984 w 8483602"/>
                <a:gd name="csY6" fmla="*/ 4710618 h 4720842"/>
                <a:gd name="csX7" fmla="*/ 0 w 8483602"/>
                <a:gd name="csY7" fmla="*/ 4354154 h 4720842"/>
                <a:gd name="csX8" fmla="*/ 0 w 8483602"/>
                <a:gd name="csY8" fmla="*/ 337594 h 4720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83602" h="4720842">
                  <a:moveTo>
                    <a:pt x="0" y="337594"/>
                  </a:moveTo>
                  <a:cubicBezTo>
                    <a:pt x="0" y="-94947"/>
                    <a:pt x="340483" y="11610"/>
                    <a:pt x="773024" y="11610"/>
                  </a:cubicBezTo>
                  <a:lnTo>
                    <a:pt x="7954418" y="21770"/>
                  </a:lnTo>
                  <a:cubicBezTo>
                    <a:pt x="8386959" y="21770"/>
                    <a:pt x="8483602" y="-3507"/>
                    <a:pt x="8483602" y="429034"/>
                  </a:cubicBezTo>
                  <a:cubicBezTo>
                    <a:pt x="8480215" y="1632421"/>
                    <a:pt x="8476829" y="3099967"/>
                    <a:pt x="8473442" y="4303354"/>
                  </a:cubicBezTo>
                  <a:cubicBezTo>
                    <a:pt x="8473442" y="4735895"/>
                    <a:pt x="8386959" y="4720778"/>
                    <a:pt x="7954418" y="4720778"/>
                  </a:cubicBezTo>
                  <a:lnTo>
                    <a:pt x="579984" y="4710618"/>
                  </a:lnTo>
                  <a:cubicBezTo>
                    <a:pt x="147443" y="4710618"/>
                    <a:pt x="0" y="4786695"/>
                    <a:pt x="0" y="4354154"/>
                  </a:cubicBezTo>
                  <a:lnTo>
                    <a:pt x="0" y="337594"/>
                  </a:ln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25" name="Obrázek 24">
              <a:extLst>
                <a:ext uri="{FF2B5EF4-FFF2-40B4-BE49-F238E27FC236}">
                  <a16:creationId xmlns:a16="http://schemas.microsoft.com/office/drawing/2014/main" id="{07DD51FC-DFE7-B191-E209-7FD4602B5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3485" y="1394639"/>
              <a:ext cx="10265030" cy="5197290"/>
            </a:xfrm>
            <a:prstGeom prst="rect">
              <a:avLst/>
            </a:prstGeom>
          </p:spPr>
        </p:pic>
      </p:grpSp>
      <p:grpSp>
        <p:nvGrpSpPr>
          <p:cNvPr id="26" name="Skupina 25">
            <a:extLst>
              <a:ext uri="{FF2B5EF4-FFF2-40B4-BE49-F238E27FC236}">
                <a16:creationId xmlns:a16="http://schemas.microsoft.com/office/drawing/2014/main" id="{0A1C34BD-0BDE-D20E-A737-ED3FBF11B246}"/>
              </a:ext>
            </a:extLst>
          </p:cNvPr>
          <p:cNvGrpSpPr/>
          <p:nvPr/>
        </p:nvGrpSpPr>
        <p:grpSpPr>
          <a:xfrm>
            <a:off x="19053868" y="240104"/>
            <a:ext cx="3673020" cy="6672611"/>
            <a:chOff x="7354237" y="98579"/>
            <a:chExt cx="3673020" cy="6672611"/>
          </a:xfrm>
        </p:grpSpPr>
        <p:sp>
          <p:nvSpPr>
            <p:cNvPr id="27" name="Obdélník: se zakulacenými rohy 17">
              <a:extLst>
                <a:ext uri="{FF2B5EF4-FFF2-40B4-BE49-F238E27FC236}">
                  <a16:creationId xmlns:a16="http://schemas.microsoft.com/office/drawing/2014/main" id="{0306926D-D388-64CE-08C2-E7CD12E440A4}"/>
                </a:ext>
              </a:extLst>
            </p:cNvPr>
            <p:cNvSpPr/>
            <p:nvPr/>
          </p:nvSpPr>
          <p:spPr>
            <a:xfrm>
              <a:off x="7354237" y="98579"/>
              <a:ext cx="3673020" cy="6672611"/>
            </a:xfrm>
            <a:custGeom>
              <a:avLst/>
              <a:gdLst>
                <a:gd name="csX0" fmla="*/ 0 w 4105088"/>
                <a:gd name="csY0" fmla="*/ 684195 h 6684185"/>
                <a:gd name="csX1" fmla="*/ 684195 w 4105088"/>
                <a:gd name="csY1" fmla="*/ 0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684195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684195 h 6684185"/>
                <a:gd name="csX0" fmla="*/ 0 w 4105088"/>
                <a:gd name="csY0" fmla="*/ 417978 h 6684185"/>
                <a:gd name="csX1" fmla="*/ 406402 w 4105088"/>
                <a:gd name="csY1" fmla="*/ 11574 h 6684185"/>
                <a:gd name="csX2" fmla="*/ 3420893 w 4105088"/>
                <a:gd name="csY2" fmla="*/ 0 h 6684185"/>
                <a:gd name="csX3" fmla="*/ 4105088 w 4105088"/>
                <a:gd name="csY3" fmla="*/ 684195 h 6684185"/>
                <a:gd name="csX4" fmla="*/ 4105088 w 4105088"/>
                <a:gd name="csY4" fmla="*/ 5999990 h 6684185"/>
                <a:gd name="csX5" fmla="*/ 3420893 w 4105088"/>
                <a:gd name="csY5" fmla="*/ 6684185 h 6684185"/>
                <a:gd name="csX6" fmla="*/ 684195 w 4105088"/>
                <a:gd name="csY6" fmla="*/ 6684185 h 6684185"/>
                <a:gd name="csX7" fmla="*/ 0 w 4105088"/>
                <a:gd name="csY7" fmla="*/ 5999990 h 6684185"/>
                <a:gd name="csX8" fmla="*/ 0 w 4105088"/>
                <a:gd name="csY8" fmla="*/ 417978 h 6684185"/>
                <a:gd name="csX0" fmla="*/ 0 w 4105094"/>
                <a:gd name="csY0" fmla="*/ 406404 h 6672611"/>
                <a:gd name="csX1" fmla="*/ 406402 w 4105094"/>
                <a:gd name="csY1" fmla="*/ 0 h 6672611"/>
                <a:gd name="csX2" fmla="*/ 3733409 w 4105094"/>
                <a:gd name="csY2" fmla="*/ 0 h 6672611"/>
                <a:gd name="csX3" fmla="*/ 4105088 w 4105094"/>
                <a:gd name="csY3" fmla="*/ 672621 h 6672611"/>
                <a:gd name="csX4" fmla="*/ 4105088 w 4105094"/>
                <a:gd name="csY4" fmla="*/ 5988416 h 6672611"/>
                <a:gd name="csX5" fmla="*/ 3420893 w 4105094"/>
                <a:gd name="csY5" fmla="*/ 6672611 h 6672611"/>
                <a:gd name="csX6" fmla="*/ 684195 w 4105094"/>
                <a:gd name="csY6" fmla="*/ 6672611 h 6672611"/>
                <a:gd name="csX7" fmla="*/ 0 w 4105094"/>
                <a:gd name="csY7" fmla="*/ 5988416 h 6672611"/>
                <a:gd name="csX8" fmla="*/ 0 w 4105094"/>
                <a:gd name="csY8" fmla="*/ 406404 h 6672611"/>
                <a:gd name="csX0" fmla="*/ 0 w 4105088"/>
                <a:gd name="csY0" fmla="*/ 406404 h 6672611"/>
                <a:gd name="csX1" fmla="*/ 406402 w 4105088"/>
                <a:gd name="csY1" fmla="*/ 0 h 6672611"/>
                <a:gd name="csX2" fmla="*/ 3733409 w 4105088"/>
                <a:gd name="csY2" fmla="*/ 0 h 6672611"/>
                <a:gd name="csX3" fmla="*/ 4093513 w 4105088"/>
                <a:gd name="csY3" fmla="*/ 394829 h 6672611"/>
                <a:gd name="csX4" fmla="*/ 4105088 w 4105088"/>
                <a:gd name="csY4" fmla="*/ 5988416 h 6672611"/>
                <a:gd name="csX5" fmla="*/ 3420893 w 4105088"/>
                <a:gd name="csY5" fmla="*/ 6672611 h 6672611"/>
                <a:gd name="csX6" fmla="*/ 684195 w 4105088"/>
                <a:gd name="csY6" fmla="*/ 6672611 h 6672611"/>
                <a:gd name="csX7" fmla="*/ 0 w 4105088"/>
                <a:gd name="csY7" fmla="*/ 5988416 h 6672611"/>
                <a:gd name="csX8" fmla="*/ 0 w 4105088"/>
                <a:gd name="csY8" fmla="*/ 406404 h 6672611"/>
                <a:gd name="csX0" fmla="*/ 0 w 4105088"/>
                <a:gd name="csY0" fmla="*/ 406404 h 6672617"/>
                <a:gd name="csX1" fmla="*/ 406402 w 4105088"/>
                <a:gd name="csY1" fmla="*/ 0 h 6672617"/>
                <a:gd name="csX2" fmla="*/ 3733409 w 4105088"/>
                <a:gd name="csY2" fmla="*/ 0 h 6672617"/>
                <a:gd name="csX3" fmla="*/ 4093513 w 4105088"/>
                <a:gd name="csY3" fmla="*/ 394829 h 6672617"/>
                <a:gd name="csX4" fmla="*/ 4105088 w 4105088"/>
                <a:gd name="csY4" fmla="*/ 6300932 h 6672617"/>
                <a:gd name="csX5" fmla="*/ 3420893 w 4105088"/>
                <a:gd name="csY5" fmla="*/ 6672611 h 6672617"/>
                <a:gd name="csX6" fmla="*/ 684195 w 4105088"/>
                <a:gd name="csY6" fmla="*/ 6672611 h 6672617"/>
                <a:gd name="csX7" fmla="*/ 0 w 4105088"/>
                <a:gd name="csY7" fmla="*/ 5988416 h 6672617"/>
                <a:gd name="csX8" fmla="*/ 0 w 4105088"/>
                <a:gd name="csY8" fmla="*/ 406404 h 6672617"/>
                <a:gd name="csX0" fmla="*/ 0 w 4105618"/>
                <a:gd name="csY0" fmla="*/ 406404 h 6672611"/>
                <a:gd name="csX1" fmla="*/ 406402 w 4105618"/>
                <a:gd name="csY1" fmla="*/ 0 h 6672611"/>
                <a:gd name="csX2" fmla="*/ 3733409 w 4105618"/>
                <a:gd name="csY2" fmla="*/ 0 h 6672611"/>
                <a:gd name="csX3" fmla="*/ 4093513 w 4105618"/>
                <a:gd name="csY3" fmla="*/ 394829 h 6672611"/>
                <a:gd name="csX4" fmla="*/ 4105088 w 4105618"/>
                <a:gd name="csY4" fmla="*/ 6300932 h 6672611"/>
                <a:gd name="csX5" fmla="*/ 3756559 w 4105618"/>
                <a:gd name="csY5" fmla="*/ 6661036 h 6672611"/>
                <a:gd name="csX6" fmla="*/ 684195 w 4105618"/>
                <a:gd name="csY6" fmla="*/ 6672611 h 6672611"/>
                <a:gd name="csX7" fmla="*/ 0 w 4105618"/>
                <a:gd name="csY7" fmla="*/ 5988416 h 6672611"/>
                <a:gd name="csX8" fmla="*/ 0 w 4105618"/>
                <a:gd name="csY8" fmla="*/ 406404 h 6672611"/>
                <a:gd name="csX0" fmla="*/ 2481 w 4108099"/>
                <a:gd name="csY0" fmla="*/ 406404 h 6672611"/>
                <a:gd name="csX1" fmla="*/ 408883 w 4108099"/>
                <a:gd name="csY1" fmla="*/ 0 h 6672611"/>
                <a:gd name="csX2" fmla="*/ 3735890 w 4108099"/>
                <a:gd name="csY2" fmla="*/ 0 h 6672611"/>
                <a:gd name="csX3" fmla="*/ 4095994 w 4108099"/>
                <a:gd name="csY3" fmla="*/ 394829 h 6672611"/>
                <a:gd name="csX4" fmla="*/ 4107569 w 4108099"/>
                <a:gd name="csY4" fmla="*/ 6300932 h 6672611"/>
                <a:gd name="csX5" fmla="*/ 3759040 w 4108099"/>
                <a:gd name="csY5" fmla="*/ 6661036 h 6672611"/>
                <a:gd name="csX6" fmla="*/ 327860 w 4108099"/>
                <a:gd name="csY6" fmla="*/ 6672611 h 6672611"/>
                <a:gd name="csX7" fmla="*/ 2481 w 4108099"/>
                <a:gd name="csY7" fmla="*/ 5988416 h 6672611"/>
                <a:gd name="csX8" fmla="*/ 2481 w 4108099"/>
                <a:gd name="csY8" fmla="*/ 406404 h 6672611"/>
                <a:gd name="csX0" fmla="*/ 12871 w 4118489"/>
                <a:gd name="csY0" fmla="*/ 406404 h 6672611"/>
                <a:gd name="csX1" fmla="*/ 419273 w 4118489"/>
                <a:gd name="csY1" fmla="*/ 0 h 6672611"/>
                <a:gd name="csX2" fmla="*/ 3746280 w 4118489"/>
                <a:gd name="csY2" fmla="*/ 0 h 6672611"/>
                <a:gd name="csX3" fmla="*/ 4106384 w 4118489"/>
                <a:gd name="csY3" fmla="*/ 394829 h 6672611"/>
                <a:gd name="csX4" fmla="*/ 4117959 w 4118489"/>
                <a:gd name="csY4" fmla="*/ 6300932 h 6672611"/>
                <a:gd name="csX5" fmla="*/ 3769430 w 4118489"/>
                <a:gd name="csY5" fmla="*/ 6661036 h 6672611"/>
                <a:gd name="csX6" fmla="*/ 338250 w 4118489"/>
                <a:gd name="csY6" fmla="*/ 6672611 h 6672611"/>
                <a:gd name="csX7" fmla="*/ 1296 w 4118489"/>
                <a:gd name="csY7" fmla="*/ 6219909 h 6672611"/>
                <a:gd name="csX8" fmla="*/ 12871 w 4118489"/>
                <a:gd name="csY8" fmla="*/ 406404 h 6672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18489" h="6672611">
                  <a:moveTo>
                    <a:pt x="12871" y="406404"/>
                  </a:moveTo>
                  <a:cubicBezTo>
                    <a:pt x="12871" y="28534"/>
                    <a:pt x="41403" y="0"/>
                    <a:pt x="419273" y="0"/>
                  </a:cubicBezTo>
                  <a:lnTo>
                    <a:pt x="3746280" y="0"/>
                  </a:lnTo>
                  <a:cubicBezTo>
                    <a:pt x="4124150" y="0"/>
                    <a:pt x="4106384" y="16959"/>
                    <a:pt x="4106384" y="394829"/>
                  </a:cubicBezTo>
                  <a:cubicBezTo>
                    <a:pt x="4110242" y="2259358"/>
                    <a:pt x="4114101" y="4436403"/>
                    <a:pt x="4117959" y="6300932"/>
                  </a:cubicBezTo>
                  <a:cubicBezTo>
                    <a:pt x="4117959" y="6678802"/>
                    <a:pt x="4147300" y="6661036"/>
                    <a:pt x="3769430" y="6661036"/>
                  </a:cubicBezTo>
                  <a:lnTo>
                    <a:pt x="338250" y="6672611"/>
                  </a:lnTo>
                  <a:cubicBezTo>
                    <a:pt x="-39620" y="6672611"/>
                    <a:pt x="1296" y="6597779"/>
                    <a:pt x="1296" y="6219909"/>
                  </a:cubicBezTo>
                  <a:cubicBezTo>
                    <a:pt x="5154" y="4282074"/>
                    <a:pt x="9013" y="2344239"/>
                    <a:pt x="12871" y="406404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28" name="Obrázek 27">
              <a:extLst>
                <a:ext uri="{FF2B5EF4-FFF2-40B4-BE49-F238E27FC236}">
                  <a16:creationId xmlns:a16="http://schemas.microsoft.com/office/drawing/2014/main" id="{DF19C9B6-C66F-A3B5-27A1-E083C2E76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85847" y="152879"/>
              <a:ext cx="3426327" cy="65522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756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3A520-AF61-0E3B-D7B7-F90CAAD0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498A68-E43B-A3B8-51D9-06F163D9B3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2430724-8C40-3D09-6100-0B13E0296C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41F277F-E305-FB12-477B-52F8B240F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3" name="Skupina 32">
            <a:extLst>
              <a:ext uri="{FF2B5EF4-FFF2-40B4-BE49-F238E27FC236}">
                <a16:creationId xmlns:a16="http://schemas.microsoft.com/office/drawing/2014/main" id="{0873412F-682B-67D9-83A3-E80E024E1E9F}"/>
              </a:ext>
            </a:extLst>
          </p:cNvPr>
          <p:cNvGrpSpPr/>
          <p:nvPr/>
        </p:nvGrpSpPr>
        <p:grpSpPr>
          <a:xfrm>
            <a:off x="3629429" y="159996"/>
            <a:ext cx="4933135" cy="1053295"/>
            <a:chOff x="2850987" y="73030"/>
            <a:chExt cx="6490020" cy="1668458"/>
          </a:xfrm>
        </p:grpSpPr>
        <p:sp>
          <p:nvSpPr>
            <p:cNvPr id="6" name="Obdélník: se zakulacenými rohy 5">
              <a:extLst>
                <a:ext uri="{FF2B5EF4-FFF2-40B4-BE49-F238E27FC236}">
                  <a16:creationId xmlns:a16="http://schemas.microsoft.com/office/drawing/2014/main" id="{08F117D1-6E46-2055-5F26-7A242E4377B3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" name="TextovéPole 3">
              <a:extLst>
                <a:ext uri="{FF2B5EF4-FFF2-40B4-BE49-F238E27FC236}">
                  <a16:creationId xmlns:a16="http://schemas.microsoft.com/office/drawing/2014/main" id="{2584ED12-B660-A14A-AC6A-670AC84012F8}"/>
                </a:ext>
              </a:extLst>
            </p:cNvPr>
            <p:cNvSpPr txBox="1"/>
            <p:nvPr/>
          </p:nvSpPr>
          <p:spPr>
            <a:xfrm>
              <a:off x="2850987" y="73030"/>
              <a:ext cx="64900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Game </a:t>
              </a:r>
              <a:r>
                <a:rPr lang="cs-CZ" sz="7200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loop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38" name="Skupina 37">
            <a:extLst>
              <a:ext uri="{FF2B5EF4-FFF2-40B4-BE49-F238E27FC236}">
                <a16:creationId xmlns:a16="http://schemas.microsoft.com/office/drawing/2014/main" id="{8C7E12D5-421B-403C-2679-A834BE7F98A3}"/>
              </a:ext>
            </a:extLst>
          </p:cNvPr>
          <p:cNvGrpSpPr/>
          <p:nvPr/>
        </p:nvGrpSpPr>
        <p:grpSpPr>
          <a:xfrm>
            <a:off x="808272" y="-3600000"/>
            <a:ext cx="10575452" cy="2479684"/>
            <a:chOff x="2850988" y="198438"/>
            <a:chExt cx="6490020" cy="2479684"/>
          </a:xfrm>
        </p:grpSpPr>
        <p:sp>
          <p:nvSpPr>
            <p:cNvPr id="39" name="Obdélník: se zakulacenými rohy 38">
              <a:extLst>
                <a:ext uri="{FF2B5EF4-FFF2-40B4-BE49-F238E27FC236}">
                  <a16:creationId xmlns:a16="http://schemas.microsoft.com/office/drawing/2014/main" id="{AEBAD653-312C-5536-785C-5C619251D8D7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40" name="TextovéPole 39">
              <a:extLst>
                <a:ext uri="{FF2B5EF4-FFF2-40B4-BE49-F238E27FC236}">
                  <a16:creationId xmlns:a16="http://schemas.microsoft.com/office/drawing/2014/main" id="{6CC625FE-E501-8487-34EF-7566B11812E1}"/>
                </a:ext>
              </a:extLst>
            </p:cNvPr>
            <p:cNvSpPr txBox="1"/>
            <p:nvPr/>
          </p:nvSpPr>
          <p:spPr>
            <a:xfrm>
              <a:off x="2850988" y="369798"/>
              <a:ext cx="649002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Rozšíření do budoucna</a:t>
              </a:r>
            </a:p>
          </p:txBody>
        </p:sp>
      </p:grpSp>
      <p:grpSp>
        <p:nvGrpSpPr>
          <p:cNvPr id="41" name="Skupina 40">
            <a:extLst>
              <a:ext uri="{FF2B5EF4-FFF2-40B4-BE49-F238E27FC236}">
                <a16:creationId xmlns:a16="http://schemas.microsoft.com/office/drawing/2014/main" id="{18EE5C25-4440-B39A-608B-F221821459B8}"/>
              </a:ext>
            </a:extLst>
          </p:cNvPr>
          <p:cNvGrpSpPr/>
          <p:nvPr/>
        </p:nvGrpSpPr>
        <p:grpSpPr>
          <a:xfrm>
            <a:off x="18000000" y="2576287"/>
            <a:ext cx="6490020" cy="913764"/>
            <a:chOff x="808272" y="2239399"/>
            <a:chExt cx="6490020" cy="913764"/>
          </a:xfrm>
        </p:grpSpPr>
        <p:sp>
          <p:nvSpPr>
            <p:cNvPr id="42" name="Obdélník: se zakulacenými rohy 41">
              <a:extLst>
                <a:ext uri="{FF2B5EF4-FFF2-40B4-BE49-F238E27FC236}">
                  <a16:creationId xmlns:a16="http://schemas.microsoft.com/office/drawing/2014/main" id="{AD87CC2E-943C-21BC-D083-C377DE8F9282}"/>
                </a:ext>
              </a:extLst>
            </p:cNvPr>
            <p:cNvSpPr/>
            <p:nvPr/>
          </p:nvSpPr>
          <p:spPr>
            <a:xfrm>
              <a:off x="808272" y="2239399"/>
              <a:ext cx="649002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43" name="TextovéPole 42">
              <a:extLst>
                <a:ext uri="{FF2B5EF4-FFF2-40B4-BE49-F238E27FC236}">
                  <a16:creationId xmlns:a16="http://schemas.microsoft.com/office/drawing/2014/main" id="{C873C58A-0AAC-20D9-5394-AFD54784417C}"/>
                </a:ext>
              </a:extLst>
            </p:cNvPr>
            <p:cNvSpPr txBox="1"/>
            <p:nvPr/>
          </p:nvSpPr>
          <p:spPr>
            <a:xfrm>
              <a:off x="808272" y="237311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Agresivní interakce mezi agenty</a:t>
              </a:r>
            </a:p>
          </p:txBody>
        </p:sp>
      </p:grpSp>
      <p:grpSp>
        <p:nvGrpSpPr>
          <p:cNvPr id="44" name="Skupina 43">
            <a:extLst>
              <a:ext uri="{FF2B5EF4-FFF2-40B4-BE49-F238E27FC236}">
                <a16:creationId xmlns:a16="http://schemas.microsoft.com/office/drawing/2014/main" id="{B6C8ABB9-D9DF-04F6-EE57-DD456758CEA3}"/>
              </a:ext>
            </a:extLst>
          </p:cNvPr>
          <p:cNvGrpSpPr/>
          <p:nvPr/>
        </p:nvGrpSpPr>
        <p:grpSpPr>
          <a:xfrm>
            <a:off x="-10800000" y="3913417"/>
            <a:ext cx="6490020" cy="913764"/>
            <a:chOff x="808272" y="2239399"/>
            <a:chExt cx="6490020" cy="913764"/>
          </a:xfrm>
        </p:grpSpPr>
        <p:sp>
          <p:nvSpPr>
            <p:cNvPr id="45" name="Obdélník: se zakulacenými rohy 44">
              <a:extLst>
                <a:ext uri="{FF2B5EF4-FFF2-40B4-BE49-F238E27FC236}">
                  <a16:creationId xmlns:a16="http://schemas.microsoft.com/office/drawing/2014/main" id="{B26C137D-978F-A72F-03A0-9B626D612ADA}"/>
                </a:ext>
              </a:extLst>
            </p:cNvPr>
            <p:cNvSpPr/>
            <p:nvPr/>
          </p:nvSpPr>
          <p:spPr>
            <a:xfrm>
              <a:off x="1630124" y="2239399"/>
              <a:ext cx="486156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46" name="TextovéPole 45">
              <a:extLst>
                <a:ext uri="{FF2B5EF4-FFF2-40B4-BE49-F238E27FC236}">
                  <a16:creationId xmlns:a16="http://schemas.microsoft.com/office/drawing/2014/main" id="{0F12172F-130B-B10F-A28A-8C9564D21C10}"/>
                </a:ext>
              </a:extLst>
            </p:cNvPr>
            <p:cNvSpPr txBox="1"/>
            <p:nvPr/>
          </p:nvSpPr>
          <p:spPr>
            <a:xfrm>
              <a:off x="808272" y="237311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Rozmanitější prostředí</a:t>
              </a:r>
            </a:p>
          </p:txBody>
        </p:sp>
      </p:grpSp>
      <p:grpSp>
        <p:nvGrpSpPr>
          <p:cNvPr id="47" name="Skupina 46">
            <a:extLst>
              <a:ext uri="{FF2B5EF4-FFF2-40B4-BE49-F238E27FC236}">
                <a16:creationId xmlns:a16="http://schemas.microsoft.com/office/drawing/2014/main" id="{FE252D29-85D1-8271-9A1E-8827CB3DC568}"/>
              </a:ext>
            </a:extLst>
          </p:cNvPr>
          <p:cNvGrpSpPr/>
          <p:nvPr/>
        </p:nvGrpSpPr>
        <p:grpSpPr>
          <a:xfrm>
            <a:off x="21600000" y="5342078"/>
            <a:ext cx="6490020" cy="913764"/>
            <a:chOff x="808272" y="2239399"/>
            <a:chExt cx="6490020" cy="913764"/>
          </a:xfrm>
        </p:grpSpPr>
        <p:sp>
          <p:nvSpPr>
            <p:cNvPr id="48" name="Obdélník: se zakulacenými rohy 47">
              <a:extLst>
                <a:ext uri="{FF2B5EF4-FFF2-40B4-BE49-F238E27FC236}">
                  <a16:creationId xmlns:a16="http://schemas.microsoft.com/office/drawing/2014/main" id="{C801DC06-A666-3A1A-B77D-861C13E5717F}"/>
                </a:ext>
              </a:extLst>
            </p:cNvPr>
            <p:cNvSpPr/>
            <p:nvPr/>
          </p:nvSpPr>
          <p:spPr>
            <a:xfrm>
              <a:off x="808272" y="2239399"/>
              <a:ext cx="649002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49" name="TextovéPole 48">
              <a:extLst>
                <a:ext uri="{FF2B5EF4-FFF2-40B4-BE49-F238E27FC236}">
                  <a16:creationId xmlns:a16="http://schemas.microsoft.com/office/drawing/2014/main" id="{E639E543-9CD9-2595-C8C2-ED368A9D741F}"/>
                </a:ext>
              </a:extLst>
            </p:cNvPr>
            <p:cNvSpPr txBox="1"/>
            <p:nvPr/>
          </p:nvSpPr>
          <p:spPr>
            <a:xfrm>
              <a:off x="808272" y="237311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Křížení (</a:t>
              </a:r>
              <a:r>
                <a:rPr lang="cs-CZ" sz="3600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Crossbreeding</a:t>
              </a:r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) agentů</a:t>
              </a:r>
            </a:p>
          </p:txBody>
        </p:sp>
      </p:grpSp>
      <p:grpSp>
        <p:nvGrpSpPr>
          <p:cNvPr id="19" name="Skupina 18">
            <a:extLst>
              <a:ext uri="{FF2B5EF4-FFF2-40B4-BE49-F238E27FC236}">
                <a16:creationId xmlns:a16="http://schemas.microsoft.com/office/drawing/2014/main" id="{E18EC2A3-704F-937C-9EDE-22F77BE41502}"/>
              </a:ext>
            </a:extLst>
          </p:cNvPr>
          <p:cNvGrpSpPr/>
          <p:nvPr/>
        </p:nvGrpSpPr>
        <p:grpSpPr>
          <a:xfrm>
            <a:off x="806608" y="1292460"/>
            <a:ext cx="10577116" cy="5405543"/>
            <a:chOff x="806608" y="1292460"/>
            <a:chExt cx="10577116" cy="5405543"/>
          </a:xfrm>
        </p:grpSpPr>
        <p:sp>
          <p:nvSpPr>
            <p:cNvPr id="9" name="Obdélník: se zakulacenými rohy 55">
              <a:extLst>
                <a:ext uri="{FF2B5EF4-FFF2-40B4-BE49-F238E27FC236}">
                  <a16:creationId xmlns:a16="http://schemas.microsoft.com/office/drawing/2014/main" id="{831A4141-7FA0-AE6B-5A94-A34EAE729A2A}"/>
                </a:ext>
              </a:extLst>
            </p:cNvPr>
            <p:cNvSpPr/>
            <p:nvPr/>
          </p:nvSpPr>
          <p:spPr>
            <a:xfrm>
              <a:off x="806608" y="1292460"/>
              <a:ext cx="10577116" cy="5405543"/>
            </a:xfrm>
            <a:custGeom>
              <a:avLst/>
              <a:gdLst>
                <a:gd name="csX0" fmla="*/ 0 w 8514082"/>
                <a:gd name="csY0" fmla="*/ 783184 h 4699008"/>
                <a:gd name="csX1" fmla="*/ 783184 w 8514082"/>
                <a:gd name="csY1" fmla="*/ 0 h 4699008"/>
                <a:gd name="csX2" fmla="*/ 7730898 w 8514082"/>
                <a:gd name="csY2" fmla="*/ 0 h 4699008"/>
                <a:gd name="csX3" fmla="*/ 8514082 w 8514082"/>
                <a:gd name="csY3" fmla="*/ 783184 h 4699008"/>
                <a:gd name="csX4" fmla="*/ 8514082 w 8514082"/>
                <a:gd name="csY4" fmla="*/ 3915824 h 4699008"/>
                <a:gd name="csX5" fmla="*/ 7730898 w 8514082"/>
                <a:gd name="csY5" fmla="*/ 4699008 h 4699008"/>
                <a:gd name="csX6" fmla="*/ 783184 w 8514082"/>
                <a:gd name="csY6" fmla="*/ 4699008 h 4699008"/>
                <a:gd name="csX7" fmla="*/ 0 w 8514082"/>
                <a:gd name="csY7" fmla="*/ 3915824 h 4699008"/>
                <a:gd name="csX8" fmla="*/ 0 w 8514082"/>
                <a:gd name="csY8" fmla="*/ 783184 h 4699008"/>
                <a:gd name="csX0" fmla="*/ 10160 w 8514082"/>
                <a:gd name="csY0" fmla="*/ 337593 h 4710617"/>
                <a:gd name="csX1" fmla="*/ 783184 w 8514082"/>
                <a:gd name="csY1" fmla="*/ 11609 h 4710617"/>
                <a:gd name="csX2" fmla="*/ 7730898 w 8514082"/>
                <a:gd name="csY2" fmla="*/ 11609 h 4710617"/>
                <a:gd name="csX3" fmla="*/ 8514082 w 8514082"/>
                <a:gd name="csY3" fmla="*/ 794793 h 4710617"/>
                <a:gd name="csX4" fmla="*/ 8514082 w 8514082"/>
                <a:gd name="csY4" fmla="*/ 3927433 h 4710617"/>
                <a:gd name="csX5" fmla="*/ 7730898 w 8514082"/>
                <a:gd name="csY5" fmla="*/ 4710617 h 4710617"/>
                <a:gd name="csX6" fmla="*/ 783184 w 8514082"/>
                <a:gd name="csY6" fmla="*/ 4710617 h 4710617"/>
                <a:gd name="csX7" fmla="*/ 0 w 8514082"/>
                <a:gd name="csY7" fmla="*/ 3927433 h 4710617"/>
                <a:gd name="csX8" fmla="*/ 10160 w 8514082"/>
                <a:gd name="csY8" fmla="*/ 337593 h 4710617"/>
                <a:gd name="csX0" fmla="*/ 10160 w 8524242"/>
                <a:gd name="csY0" fmla="*/ 343329 h 4716353"/>
                <a:gd name="csX1" fmla="*/ 783184 w 8524242"/>
                <a:gd name="csY1" fmla="*/ 17345 h 4716353"/>
                <a:gd name="csX2" fmla="*/ 7730898 w 8524242"/>
                <a:gd name="csY2" fmla="*/ 17345 h 4716353"/>
                <a:gd name="csX3" fmla="*/ 8524242 w 8524242"/>
                <a:gd name="csY3" fmla="*/ 323009 h 4716353"/>
                <a:gd name="csX4" fmla="*/ 8514082 w 8524242"/>
                <a:gd name="csY4" fmla="*/ 3933169 h 4716353"/>
                <a:gd name="csX5" fmla="*/ 7730898 w 8524242"/>
                <a:gd name="csY5" fmla="*/ 4716353 h 4716353"/>
                <a:gd name="csX6" fmla="*/ 783184 w 8524242"/>
                <a:gd name="csY6" fmla="*/ 4716353 h 4716353"/>
                <a:gd name="csX7" fmla="*/ 0 w 8524242"/>
                <a:gd name="csY7" fmla="*/ 3933169 h 4716353"/>
                <a:gd name="csX8" fmla="*/ 10160 w 8524242"/>
                <a:gd name="csY8" fmla="*/ 343329 h 4716353"/>
                <a:gd name="csX0" fmla="*/ 10160 w 8524242"/>
                <a:gd name="csY0" fmla="*/ 337594 h 4710618"/>
                <a:gd name="csX1" fmla="*/ 783184 w 8524242"/>
                <a:gd name="csY1" fmla="*/ 11610 h 4710618"/>
                <a:gd name="csX2" fmla="*/ 7964578 w 8524242"/>
                <a:gd name="csY2" fmla="*/ 21770 h 4710618"/>
                <a:gd name="csX3" fmla="*/ 8524242 w 8524242"/>
                <a:gd name="csY3" fmla="*/ 317274 h 4710618"/>
                <a:gd name="csX4" fmla="*/ 8514082 w 8524242"/>
                <a:gd name="csY4" fmla="*/ 3927434 h 4710618"/>
                <a:gd name="csX5" fmla="*/ 7730898 w 8524242"/>
                <a:gd name="csY5" fmla="*/ 4710618 h 4710618"/>
                <a:gd name="csX6" fmla="*/ 783184 w 8524242"/>
                <a:gd name="csY6" fmla="*/ 4710618 h 4710618"/>
                <a:gd name="csX7" fmla="*/ 0 w 8524242"/>
                <a:gd name="csY7" fmla="*/ 3927434 h 4710618"/>
                <a:gd name="csX8" fmla="*/ 10160 w 8524242"/>
                <a:gd name="csY8" fmla="*/ 337594 h 4710618"/>
                <a:gd name="csX0" fmla="*/ 10160 w 8524242"/>
                <a:gd name="csY0" fmla="*/ 337594 h 4710618"/>
                <a:gd name="csX1" fmla="*/ 783184 w 8524242"/>
                <a:gd name="csY1" fmla="*/ 11610 h 4710618"/>
                <a:gd name="csX2" fmla="*/ 7964578 w 8524242"/>
                <a:gd name="csY2" fmla="*/ 21770 h 4710618"/>
                <a:gd name="csX3" fmla="*/ 8524242 w 8524242"/>
                <a:gd name="csY3" fmla="*/ 408714 h 4710618"/>
                <a:gd name="csX4" fmla="*/ 8514082 w 8524242"/>
                <a:gd name="csY4" fmla="*/ 3927434 h 4710618"/>
                <a:gd name="csX5" fmla="*/ 7730898 w 8524242"/>
                <a:gd name="csY5" fmla="*/ 4710618 h 4710618"/>
                <a:gd name="csX6" fmla="*/ 783184 w 8524242"/>
                <a:gd name="csY6" fmla="*/ 4710618 h 4710618"/>
                <a:gd name="csX7" fmla="*/ 0 w 8524242"/>
                <a:gd name="csY7" fmla="*/ 3927434 h 4710618"/>
                <a:gd name="csX8" fmla="*/ 10160 w 8524242"/>
                <a:gd name="csY8" fmla="*/ 337594 h 4710618"/>
                <a:gd name="csX0" fmla="*/ 0 w 8514082"/>
                <a:gd name="csY0" fmla="*/ 337594 h 4715769"/>
                <a:gd name="csX1" fmla="*/ 773024 w 8514082"/>
                <a:gd name="csY1" fmla="*/ 11610 h 4715769"/>
                <a:gd name="csX2" fmla="*/ 7954418 w 8514082"/>
                <a:gd name="csY2" fmla="*/ 21770 h 4715769"/>
                <a:gd name="csX3" fmla="*/ 8514082 w 8514082"/>
                <a:gd name="csY3" fmla="*/ 408714 h 4715769"/>
                <a:gd name="csX4" fmla="*/ 8503922 w 8514082"/>
                <a:gd name="csY4" fmla="*/ 3927434 h 4715769"/>
                <a:gd name="csX5" fmla="*/ 7720738 w 8514082"/>
                <a:gd name="csY5" fmla="*/ 4710618 h 4715769"/>
                <a:gd name="csX6" fmla="*/ 773024 w 8514082"/>
                <a:gd name="csY6" fmla="*/ 4710618 h 4715769"/>
                <a:gd name="csX7" fmla="*/ 0 w 8514082"/>
                <a:gd name="csY7" fmla="*/ 4354154 h 4715769"/>
                <a:gd name="csX8" fmla="*/ 0 w 8514082"/>
                <a:gd name="csY8" fmla="*/ 337594 h 4715769"/>
                <a:gd name="csX0" fmla="*/ 0 w 8514082"/>
                <a:gd name="csY0" fmla="*/ 337594 h 4715769"/>
                <a:gd name="csX1" fmla="*/ 773024 w 8514082"/>
                <a:gd name="csY1" fmla="*/ 11610 h 4715769"/>
                <a:gd name="csX2" fmla="*/ 7954418 w 8514082"/>
                <a:gd name="csY2" fmla="*/ 21770 h 4715769"/>
                <a:gd name="csX3" fmla="*/ 8514082 w 8514082"/>
                <a:gd name="csY3" fmla="*/ 408714 h 4715769"/>
                <a:gd name="csX4" fmla="*/ 8503922 w 8514082"/>
                <a:gd name="csY4" fmla="*/ 3927434 h 4715769"/>
                <a:gd name="csX5" fmla="*/ 7720738 w 8514082"/>
                <a:gd name="csY5" fmla="*/ 4710618 h 4715769"/>
                <a:gd name="csX6" fmla="*/ 579984 w 8514082"/>
                <a:gd name="csY6" fmla="*/ 4710618 h 4715769"/>
                <a:gd name="csX7" fmla="*/ 0 w 8514082"/>
                <a:gd name="csY7" fmla="*/ 4354154 h 4715769"/>
                <a:gd name="csX8" fmla="*/ 0 w 8514082"/>
                <a:gd name="csY8" fmla="*/ 337594 h 4715769"/>
                <a:gd name="csX0" fmla="*/ 0 w 8514082"/>
                <a:gd name="csY0" fmla="*/ 337594 h 4717626"/>
                <a:gd name="csX1" fmla="*/ 773024 w 8514082"/>
                <a:gd name="csY1" fmla="*/ 11610 h 4717626"/>
                <a:gd name="csX2" fmla="*/ 7954418 w 8514082"/>
                <a:gd name="csY2" fmla="*/ 21770 h 4717626"/>
                <a:gd name="csX3" fmla="*/ 8514082 w 8514082"/>
                <a:gd name="csY3" fmla="*/ 408714 h 4717626"/>
                <a:gd name="csX4" fmla="*/ 8473442 w 8514082"/>
                <a:gd name="csY4" fmla="*/ 4364314 h 4717626"/>
                <a:gd name="csX5" fmla="*/ 7720738 w 8514082"/>
                <a:gd name="csY5" fmla="*/ 4710618 h 4717626"/>
                <a:gd name="csX6" fmla="*/ 579984 w 8514082"/>
                <a:gd name="csY6" fmla="*/ 4710618 h 4717626"/>
                <a:gd name="csX7" fmla="*/ 0 w 8514082"/>
                <a:gd name="csY7" fmla="*/ 4354154 h 4717626"/>
                <a:gd name="csX8" fmla="*/ 0 w 8514082"/>
                <a:gd name="csY8" fmla="*/ 337594 h 4717626"/>
                <a:gd name="csX0" fmla="*/ 0 w 8514082"/>
                <a:gd name="csY0" fmla="*/ 337594 h 4725929"/>
                <a:gd name="csX1" fmla="*/ 773024 w 8514082"/>
                <a:gd name="csY1" fmla="*/ 11610 h 4725929"/>
                <a:gd name="csX2" fmla="*/ 7954418 w 8514082"/>
                <a:gd name="csY2" fmla="*/ 21770 h 4725929"/>
                <a:gd name="csX3" fmla="*/ 8514082 w 8514082"/>
                <a:gd name="csY3" fmla="*/ 408714 h 4725929"/>
                <a:gd name="csX4" fmla="*/ 8473442 w 8514082"/>
                <a:gd name="csY4" fmla="*/ 4364314 h 4725929"/>
                <a:gd name="csX5" fmla="*/ 7954418 w 8514082"/>
                <a:gd name="csY5" fmla="*/ 4720778 h 4725929"/>
                <a:gd name="csX6" fmla="*/ 579984 w 8514082"/>
                <a:gd name="csY6" fmla="*/ 4710618 h 4725929"/>
                <a:gd name="csX7" fmla="*/ 0 w 8514082"/>
                <a:gd name="csY7" fmla="*/ 4354154 h 4725929"/>
                <a:gd name="csX8" fmla="*/ 0 w 8514082"/>
                <a:gd name="csY8" fmla="*/ 337594 h 4725929"/>
                <a:gd name="csX0" fmla="*/ 0 w 8514082"/>
                <a:gd name="csY0" fmla="*/ 337594 h 4720842"/>
                <a:gd name="csX1" fmla="*/ 773024 w 8514082"/>
                <a:gd name="csY1" fmla="*/ 11610 h 4720842"/>
                <a:gd name="csX2" fmla="*/ 7954418 w 8514082"/>
                <a:gd name="csY2" fmla="*/ 21770 h 4720842"/>
                <a:gd name="csX3" fmla="*/ 8514082 w 8514082"/>
                <a:gd name="csY3" fmla="*/ 408714 h 4720842"/>
                <a:gd name="csX4" fmla="*/ 8473442 w 8514082"/>
                <a:gd name="csY4" fmla="*/ 4303354 h 4720842"/>
                <a:gd name="csX5" fmla="*/ 7954418 w 8514082"/>
                <a:gd name="csY5" fmla="*/ 4720778 h 4720842"/>
                <a:gd name="csX6" fmla="*/ 579984 w 8514082"/>
                <a:gd name="csY6" fmla="*/ 4710618 h 4720842"/>
                <a:gd name="csX7" fmla="*/ 0 w 8514082"/>
                <a:gd name="csY7" fmla="*/ 4354154 h 4720842"/>
                <a:gd name="csX8" fmla="*/ 0 w 8514082"/>
                <a:gd name="csY8" fmla="*/ 337594 h 4720842"/>
                <a:gd name="csX0" fmla="*/ 0 w 8483602"/>
                <a:gd name="csY0" fmla="*/ 337594 h 4720842"/>
                <a:gd name="csX1" fmla="*/ 773024 w 8483602"/>
                <a:gd name="csY1" fmla="*/ 11610 h 4720842"/>
                <a:gd name="csX2" fmla="*/ 7954418 w 8483602"/>
                <a:gd name="csY2" fmla="*/ 21770 h 4720842"/>
                <a:gd name="csX3" fmla="*/ 8483602 w 8483602"/>
                <a:gd name="csY3" fmla="*/ 408714 h 4720842"/>
                <a:gd name="csX4" fmla="*/ 8473442 w 8483602"/>
                <a:gd name="csY4" fmla="*/ 4303354 h 4720842"/>
                <a:gd name="csX5" fmla="*/ 7954418 w 8483602"/>
                <a:gd name="csY5" fmla="*/ 4720778 h 4720842"/>
                <a:gd name="csX6" fmla="*/ 579984 w 8483602"/>
                <a:gd name="csY6" fmla="*/ 4710618 h 4720842"/>
                <a:gd name="csX7" fmla="*/ 0 w 8483602"/>
                <a:gd name="csY7" fmla="*/ 4354154 h 4720842"/>
                <a:gd name="csX8" fmla="*/ 0 w 8483602"/>
                <a:gd name="csY8" fmla="*/ 337594 h 4720842"/>
                <a:gd name="csX0" fmla="*/ 0 w 8483602"/>
                <a:gd name="csY0" fmla="*/ 337594 h 4720842"/>
                <a:gd name="csX1" fmla="*/ 773024 w 8483602"/>
                <a:gd name="csY1" fmla="*/ 11610 h 4720842"/>
                <a:gd name="csX2" fmla="*/ 7954418 w 8483602"/>
                <a:gd name="csY2" fmla="*/ 21770 h 4720842"/>
                <a:gd name="csX3" fmla="*/ 8483602 w 8483602"/>
                <a:gd name="csY3" fmla="*/ 429034 h 4720842"/>
                <a:gd name="csX4" fmla="*/ 8473442 w 8483602"/>
                <a:gd name="csY4" fmla="*/ 4303354 h 4720842"/>
                <a:gd name="csX5" fmla="*/ 7954418 w 8483602"/>
                <a:gd name="csY5" fmla="*/ 4720778 h 4720842"/>
                <a:gd name="csX6" fmla="*/ 579984 w 8483602"/>
                <a:gd name="csY6" fmla="*/ 4710618 h 4720842"/>
                <a:gd name="csX7" fmla="*/ 0 w 8483602"/>
                <a:gd name="csY7" fmla="*/ 4354154 h 4720842"/>
                <a:gd name="csX8" fmla="*/ 0 w 8483602"/>
                <a:gd name="csY8" fmla="*/ 337594 h 4720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83602" h="4720842">
                  <a:moveTo>
                    <a:pt x="0" y="337594"/>
                  </a:moveTo>
                  <a:cubicBezTo>
                    <a:pt x="0" y="-94947"/>
                    <a:pt x="340483" y="11610"/>
                    <a:pt x="773024" y="11610"/>
                  </a:cubicBezTo>
                  <a:lnTo>
                    <a:pt x="7954418" y="21770"/>
                  </a:lnTo>
                  <a:cubicBezTo>
                    <a:pt x="8386959" y="21770"/>
                    <a:pt x="8483602" y="-3507"/>
                    <a:pt x="8483602" y="429034"/>
                  </a:cubicBezTo>
                  <a:cubicBezTo>
                    <a:pt x="8480215" y="1632421"/>
                    <a:pt x="8476829" y="3099967"/>
                    <a:pt x="8473442" y="4303354"/>
                  </a:cubicBezTo>
                  <a:cubicBezTo>
                    <a:pt x="8473442" y="4735895"/>
                    <a:pt x="8386959" y="4720778"/>
                    <a:pt x="7954418" y="4720778"/>
                  </a:cubicBezTo>
                  <a:lnTo>
                    <a:pt x="579984" y="4710618"/>
                  </a:lnTo>
                  <a:cubicBezTo>
                    <a:pt x="147443" y="4710618"/>
                    <a:pt x="0" y="4786695"/>
                    <a:pt x="0" y="4354154"/>
                  </a:cubicBezTo>
                  <a:lnTo>
                    <a:pt x="0" y="337594"/>
                  </a:ln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8" name="Obrázek 7">
              <a:extLst>
                <a:ext uri="{FF2B5EF4-FFF2-40B4-BE49-F238E27FC236}">
                  <a16:creationId xmlns:a16="http://schemas.microsoft.com/office/drawing/2014/main" id="{E57C0696-A58C-1932-D009-7FE614F8B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3485" y="1394639"/>
              <a:ext cx="10265030" cy="5197290"/>
            </a:xfrm>
            <a:prstGeom prst="rect">
              <a:avLst/>
            </a:prstGeom>
          </p:spPr>
        </p:pic>
      </p:grp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D991EFD7-A580-1FD4-B548-07AFF26E96A9}"/>
              </a:ext>
            </a:extLst>
          </p:cNvPr>
          <p:cNvGrpSpPr/>
          <p:nvPr/>
        </p:nvGrpSpPr>
        <p:grpSpPr>
          <a:xfrm>
            <a:off x="2850988" y="-5400000"/>
            <a:ext cx="6490020" cy="1543050"/>
            <a:chOff x="2850988" y="198438"/>
            <a:chExt cx="6490020" cy="1543050"/>
          </a:xfrm>
        </p:grpSpPr>
        <p:sp>
          <p:nvSpPr>
            <p:cNvPr id="11" name="Obdélník: se zakulacenými rohy 10">
              <a:extLst>
                <a:ext uri="{FF2B5EF4-FFF2-40B4-BE49-F238E27FC236}">
                  <a16:creationId xmlns:a16="http://schemas.microsoft.com/office/drawing/2014/main" id="{8428457F-2EC5-5155-1377-7ABF98F0DF66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2" name="TextovéPole 11">
              <a:extLst>
                <a:ext uri="{FF2B5EF4-FFF2-40B4-BE49-F238E27FC236}">
                  <a16:creationId xmlns:a16="http://schemas.microsoft.com/office/drawing/2014/main" id="{07766AAB-36BB-BB15-A97B-2FB40AD96FB4}"/>
                </a:ext>
              </a:extLst>
            </p:cNvPr>
            <p:cNvSpPr txBox="1"/>
            <p:nvPr/>
          </p:nvSpPr>
          <p:spPr>
            <a:xfrm>
              <a:off x="2850988" y="369798"/>
              <a:ext cx="64900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Větší problémy</a:t>
              </a:r>
            </a:p>
          </p:txBody>
        </p:sp>
      </p:grpSp>
      <p:grpSp>
        <p:nvGrpSpPr>
          <p:cNvPr id="13" name="Skupina 12">
            <a:extLst>
              <a:ext uri="{FF2B5EF4-FFF2-40B4-BE49-F238E27FC236}">
                <a16:creationId xmlns:a16="http://schemas.microsoft.com/office/drawing/2014/main" id="{FF0A69A1-C34B-A1FC-DC06-EFF91B717922}"/>
              </a:ext>
            </a:extLst>
          </p:cNvPr>
          <p:cNvGrpSpPr/>
          <p:nvPr/>
        </p:nvGrpSpPr>
        <p:grpSpPr>
          <a:xfrm>
            <a:off x="18000000" y="2662646"/>
            <a:ext cx="6490020" cy="913764"/>
            <a:chOff x="189068" y="3126919"/>
            <a:chExt cx="6490020" cy="913764"/>
          </a:xfrm>
        </p:grpSpPr>
        <p:sp>
          <p:nvSpPr>
            <p:cNvPr id="14" name="Obdélník: se zakulacenými rohy 13">
              <a:extLst>
                <a:ext uri="{FF2B5EF4-FFF2-40B4-BE49-F238E27FC236}">
                  <a16:creationId xmlns:a16="http://schemas.microsoft.com/office/drawing/2014/main" id="{3B4BA6DE-6CFF-5509-3FD0-E6F2CCCCE72A}"/>
                </a:ext>
              </a:extLst>
            </p:cNvPr>
            <p:cNvSpPr/>
            <p:nvPr/>
          </p:nvSpPr>
          <p:spPr>
            <a:xfrm>
              <a:off x="1635758" y="3126919"/>
              <a:ext cx="359664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5" name="TextovéPole 14">
              <a:extLst>
                <a:ext uri="{FF2B5EF4-FFF2-40B4-BE49-F238E27FC236}">
                  <a16:creationId xmlns:a16="http://schemas.microsoft.com/office/drawing/2014/main" id="{8BDA8190-43F4-08C1-ABAD-1A97DCB0DE24}"/>
                </a:ext>
              </a:extLst>
            </p:cNvPr>
            <p:cNvSpPr txBox="1"/>
            <p:nvPr/>
          </p:nvSpPr>
          <p:spPr>
            <a:xfrm>
              <a:off x="189068" y="326063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Čas (Delta </a:t>
              </a:r>
              <a:r>
                <a:rPr lang="cs-CZ" sz="3600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time</a:t>
              </a:r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16" name="Skupina 15">
            <a:extLst>
              <a:ext uri="{FF2B5EF4-FFF2-40B4-BE49-F238E27FC236}">
                <a16:creationId xmlns:a16="http://schemas.microsoft.com/office/drawing/2014/main" id="{3F15236A-94DD-3297-87E2-322AB17592FB}"/>
              </a:ext>
            </a:extLst>
          </p:cNvPr>
          <p:cNvGrpSpPr/>
          <p:nvPr/>
        </p:nvGrpSpPr>
        <p:grpSpPr>
          <a:xfrm>
            <a:off x="-9000000" y="4028618"/>
            <a:ext cx="6490020" cy="913764"/>
            <a:chOff x="189068" y="3126919"/>
            <a:chExt cx="6490020" cy="913764"/>
          </a:xfrm>
        </p:grpSpPr>
        <p:sp>
          <p:nvSpPr>
            <p:cNvPr id="17" name="Obdélník: se zakulacenými rohy 16">
              <a:extLst>
                <a:ext uri="{FF2B5EF4-FFF2-40B4-BE49-F238E27FC236}">
                  <a16:creationId xmlns:a16="http://schemas.microsoft.com/office/drawing/2014/main" id="{604EA90C-B4A0-DE6D-F881-D59404453814}"/>
                </a:ext>
              </a:extLst>
            </p:cNvPr>
            <p:cNvSpPr/>
            <p:nvPr/>
          </p:nvSpPr>
          <p:spPr>
            <a:xfrm>
              <a:off x="1345086" y="3126919"/>
              <a:ext cx="4094482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TextovéPole 17">
              <a:extLst>
                <a:ext uri="{FF2B5EF4-FFF2-40B4-BE49-F238E27FC236}">
                  <a16:creationId xmlns:a16="http://schemas.microsoft.com/office/drawing/2014/main" id="{5A57F6DE-C292-2CCB-1700-25585BEF86B3}"/>
                </a:ext>
              </a:extLst>
            </p:cNvPr>
            <p:cNvSpPr txBox="1"/>
            <p:nvPr/>
          </p:nvSpPr>
          <p:spPr>
            <a:xfrm>
              <a:off x="189068" y="326063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Ukládání a načítání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7602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6D80E-E8AF-9197-645B-F3EB05BB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9F7921-198C-E58B-6780-F4F5C0BE6A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0007767-8FA4-A87D-095B-4EB55CDEDF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9DC3DE3-B2DF-8D9E-ED29-7B2528D86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Skupina 6">
            <a:extLst>
              <a:ext uri="{FF2B5EF4-FFF2-40B4-BE49-F238E27FC236}">
                <a16:creationId xmlns:a16="http://schemas.microsoft.com/office/drawing/2014/main" id="{7B1A1062-52DB-9DF5-8489-680C69E3DB89}"/>
              </a:ext>
            </a:extLst>
          </p:cNvPr>
          <p:cNvGrpSpPr/>
          <p:nvPr/>
        </p:nvGrpSpPr>
        <p:grpSpPr>
          <a:xfrm>
            <a:off x="808272" y="316679"/>
            <a:ext cx="10575452" cy="2479684"/>
            <a:chOff x="2850988" y="198438"/>
            <a:chExt cx="6490020" cy="2479684"/>
          </a:xfrm>
        </p:grpSpPr>
        <p:sp>
          <p:nvSpPr>
            <p:cNvPr id="8" name="Obdélník: se zakulacenými rohy 7">
              <a:extLst>
                <a:ext uri="{FF2B5EF4-FFF2-40B4-BE49-F238E27FC236}">
                  <a16:creationId xmlns:a16="http://schemas.microsoft.com/office/drawing/2014/main" id="{03D4D42E-4B0A-F340-922F-E60413DB0BBD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9" name="TextovéPole 8">
              <a:extLst>
                <a:ext uri="{FF2B5EF4-FFF2-40B4-BE49-F238E27FC236}">
                  <a16:creationId xmlns:a16="http://schemas.microsoft.com/office/drawing/2014/main" id="{750898F6-E565-4A09-68FA-FD4E455B7659}"/>
                </a:ext>
              </a:extLst>
            </p:cNvPr>
            <p:cNvSpPr txBox="1"/>
            <p:nvPr/>
          </p:nvSpPr>
          <p:spPr>
            <a:xfrm>
              <a:off x="2850988" y="369798"/>
              <a:ext cx="649002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Rozšíření do budoucna</a:t>
              </a:r>
            </a:p>
          </p:txBody>
        </p:sp>
      </p:grpSp>
      <p:grpSp>
        <p:nvGrpSpPr>
          <p:cNvPr id="13" name="Skupina 12">
            <a:extLst>
              <a:ext uri="{FF2B5EF4-FFF2-40B4-BE49-F238E27FC236}">
                <a16:creationId xmlns:a16="http://schemas.microsoft.com/office/drawing/2014/main" id="{3F5E5915-E4F1-465D-5EB4-8CB276BEB8A3}"/>
              </a:ext>
            </a:extLst>
          </p:cNvPr>
          <p:cNvGrpSpPr/>
          <p:nvPr/>
        </p:nvGrpSpPr>
        <p:grpSpPr>
          <a:xfrm>
            <a:off x="2850988" y="2576287"/>
            <a:ext cx="6490020" cy="913764"/>
            <a:chOff x="808272" y="2239399"/>
            <a:chExt cx="6490020" cy="913764"/>
          </a:xfrm>
        </p:grpSpPr>
        <p:sp>
          <p:nvSpPr>
            <p:cNvPr id="11" name="Obdélník: se zakulacenými rohy 10">
              <a:extLst>
                <a:ext uri="{FF2B5EF4-FFF2-40B4-BE49-F238E27FC236}">
                  <a16:creationId xmlns:a16="http://schemas.microsoft.com/office/drawing/2014/main" id="{DC0BFAA7-2BD3-B50E-25A1-4ABD1B915D19}"/>
                </a:ext>
              </a:extLst>
            </p:cNvPr>
            <p:cNvSpPr/>
            <p:nvPr/>
          </p:nvSpPr>
          <p:spPr>
            <a:xfrm>
              <a:off x="808272" y="2239399"/>
              <a:ext cx="649002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2" name="TextovéPole 11">
              <a:extLst>
                <a:ext uri="{FF2B5EF4-FFF2-40B4-BE49-F238E27FC236}">
                  <a16:creationId xmlns:a16="http://schemas.microsoft.com/office/drawing/2014/main" id="{4244CC71-53E7-5A91-1A8C-94985005D6F5}"/>
                </a:ext>
              </a:extLst>
            </p:cNvPr>
            <p:cNvSpPr txBox="1"/>
            <p:nvPr/>
          </p:nvSpPr>
          <p:spPr>
            <a:xfrm>
              <a:off x="808272" y="237311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Agresivní interakce mezi agenty</a:t>
              </a:r>
            </a:p>
          </p:txBody>
        </p:sp>
      </p:grpSp>
      <p:grpSp>
        <p:nvGrpSpPr>
          <p:cNvPr id="14" name="Skupina 13">
            <a:extLst>
              <a:ext uri="{FF2B5EF4-FFF2-40B4-BE49-F238E27FC236}">
                <a16:creationId xmlns:a16="http://schemas.microsoft.com/office/drawing/2014/main" id="{5330E57F-A6FE-ED24-E223-4D9CB4BB1B4C}"/>
              </a:ext>
            </a:extLst>
          </p:cNvPr>
          <p:cNvGrpSpPr/>
          <p:nvPr/>
        </p:nvGrpSpPr>
        <p:grpSpPr>
          <a:xfrm>
            <a:off x="2850988" y="3913417"/>
            <a:ext cx="6490020" cy="913764"/>
            <a:chOff x="808272" y="2239399"/>
            <a:chExt cx="6490020" cy="913764"/>
          </a:xfrm>
        </p:grpSpPr>
        <p:sp>
          <p:nvSpPr>
            <p:cNvPr id="15" name="Obdélník: se zakulacenými rohy 14">
              <a:extLst>
                <a:ext uri="{FF2B5EF4-FFF2-40B4-BE49-F238E27FC236}">
                  <a16:creationId xmlns:a16="http://schemas.microsoft.com/office/drawing/2014/main" id="{C649A941-F624-8A88-CAB9-8555847ABF52}"/>
                </a:ext>
              </a:extLst>
            </p:cNvPr>
            <p:cNvSpPr/>
            <p:nvPr/>
          </p:nvSpPr>
          <p:spPr>
            <a:xfrm>
              <a:off x="1630124" y="2239399"/>
              <a:ext cx="486156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6" name="TextovéPole 15">
              <a:extLst>
                <a:ext uri="{FF2B5EF4-FFF2-40B4-BE49-F238E27FC236}">
                  <a16:creationId xmlns:a16="http://schemas.microsoft.com/office/drawing/2014/main" id="{56C0ADAE-301B-7E62-A21D-2ACABD055EA5}"/>
                </a:ext>
              </a:extLst>
            </p:cNvPr>
            <p:cNvSpPr txBox="1"/>
            <p:nvPr/>
          </p:nvSpPr>
          <p:spPr>
            <a:xfrm>
              <a:off x="808272" y="237311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Rozmanitější prostředí</a:t>
              </a:r>
            </a:p>
          </p:txBody>
        </p:sp>
      </p:grpSp>
      <p:grpSp>
        <p:nvGrpSpPr>
          <p:cNvPr id="17" name="Skupina 16">
            <a:extLst>
              <a:ext uri="{FF2B5EF4-FFF2-40B4-BE49-F238E27FC236}">
                <a16:creationId xmlns:a16="http://schemas.microsoft.com/office/drawing/2014/main" id="{D25DB7DF-03F8-6FD0-D986-CE8DF7061F16}"/>
              </a:ext>
            </a:extLst>
          </p:cNvPr>
          <p:cNvGrpSpPr/>
          <p:nvPr/>
        </p:nvGrpSpPr>
        <p:grpSpPr>
          <a:xfrm>
            <a:off x="2858610" y="5342078"/>
            <a:ext cx="6490020" cy="913764"/>
            <a:chOff x="808272" y="2239399"/>
            <a:chExt cx="6490020" cy="913764"/>
          </a:xfrm>
        </p:grpSpPr>
        <p:sp>
          <p:nvSpPr>
            <p:cNvPr id="18" name="Obdélník: se zakulacenými rohy 17">
              <a:extLst>
                <a:ext uri="{FF2B5EF4-FFF2-40B4-BE49-F238E27FC236}">
                  <a16:creationId xmlns:a16="http://schemas.microsoft.com/office/drawing/2014/main" id="{846EBC14-8726-CB22-FE06-AF8F99137DE7}"/>
                </a:ext>
              </a:extLst>
            </p:cNvPr>
            <p:cNvSpPr/>
            <p:nvPr/>
          </p:nvSpPr>
          <p:spPr>
            <a:xfrm>
              <a:off x="808272" y="2239399"/>
              <a:ext cx="649002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9" name="TextovéPole 18">
              <a:extLst>
                <a:ext uri="{FF2B5EF4-FFF2-40B4-BE49-F238E27FC236}">
                  <a16:creationId xmlns:a16="http://schemas.microsoft.com/office/drawing/2014/main" id="{C6592EC7-AE6C-5D4F-B8B7-BE8998A5B2B8}"/>
                </a:ext>
              </a:extLst>
            </p:cNvPr>
            <p:cNvSpPr txBox="1"/>
            <p:nvPr/>
          </p:nvSpPr>
          <p:spPr>
            <a:xfrm>
              <a:off x="808272" y="237311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Křížení (</a:t>
              </a:r>
              <a:r>
                <a:rPr lang="cs-CZ" sz="3600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Crossbreeding</a:t>
              </a:r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) agentů</a:t>
              </a:r>
            </a:p>
          </p:txBody>
        </p:sp>
      </p:grpSp>
      <p:grpSp>
        <p:nvGrpSpPr>
          <p:cNvPr id="20" name="Skupina 19">
            <a:extLst>
              <a:ext uri="{FF2B5EF4-FFF2-40B4-BE49-F238E27FC236}">
                <a16:creationId xmlns:a16="http://schemas.microsoft.com/office/drawing/2014/main" id="{3AC97971-8B27-ED13-72DB-38A7B0E38648}"/>
              </a:ext>
            </a:extLst>
          </p:cNvPr>
          <p:cNvGrpSpPr/>
          <p:nvPr/>
        </p:nvGrpSpPr>
        <p:grpSpPr>
          <a:xfrm rot="12000000">
            <a:off x="17670469" y="2738438"/>
            <a:ext cx="4236168" cy="1543050"/>
            <a:chOff x="2850988" y="198438"/>
            <a:chExt cx="6490020" cy="1543050"/>
          </a:xfrm>
        </p:grpSpPr>
        <p:sp>
          <p:nvSpPr>
            <p:cNvPr id="21" name="Obdélník: se zakulacenými rohy 20">
              <a:extLst>
                <a:ext uri="{FF2B5EF4-FFF2-40B4-BE49-F238E27FC236}">
                  <a16:creationId xmlns:a16="http://schemas.microsoft.com/office/drawing/2014/main" id="{57662616-5AF7-8C59-78BF-0DE0F4AEA8D7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TextovéPole 21">
              <a:extLst>
                <a:ext uri="{FF2B5EF4-FFF2-40B4-BE49-F238E27FC236}">
                  <a16:creationId xmlns:a16="http://schemas.microsoft.com/office/drawing/2014/main" id="{EE3B893E-92EB-2974-2035-9C1C03E46074}"/>
                </a:ext>
              </a:extLst>
            </p:cNvPr>
            <p:cNvSpPr txBox="1"/>
            <p:nvPr/>
          </p:nvSpPr>
          <p:spPr>
            <a:xfrm>
              <a:off x="2850988" y="369798"/>
              <a:ext cx="64900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Dotazy?</a:t>
              </a:r>
            </a:p>
          </p:txBody>
        </p:sp>
      </p:grpSp>
      <p:grpSp>
        <p:nvGrpSpPr>
          <p:cNvPr id="23" name="Skupina 22">
            <a:extLst>
              <a:ext uri="{FF2B5EF4-FFF2-40B4-BE49-F238E27FC236}">
                <a16:creationId xmlns:a16="http://schemas.microsoft.com/office/drawing/2014/main" id="{B90ADD25-20EE-23FA-48D0-A63A2840A4BD}"/>
              </a:ext>
            </a:extLst>
          </p:cNvPr>
          <p:cNvGrpSpPr/>
          <p:nvPr/>
        </p:nvGrpSpPr>
        <p:grpSpPr>
          <a:xfrm rot="-12000000">
            <a:off x="-15625005" y="4341480"/>
            <a:ext cx="9889652" cy="913764"/>
            <a:chOff x="808272" y="2239399"/>
            <a:chExt cx="6490020" cy="913764"/>
          </a:xfrm>
        </p:grpSpPr>
        <p:sp>
          <p:nvSpPr>
            <p:cNvPr id="24" name="Obdélník: se zakulacenými rohy 23">
              <a:extLst>
                <a:ext uri="{FF2B5EF4-FFF2-40B4-BE49-F238E27FC236}">
                  <a16:creationId xmlns:a16="http://schemas.microsoft.com/office/drawing/2014/main" id="{11E961BC-232D-3AA1-9048-CD58C7278FD5}"/>
                </a:ext>
              </a:extLst>
            </p:cNvPr>
            <p:cNvSpPr/>
            <p:nvPr/>
          </p:nvSpPr>
          <p:spPr>
            <a:xfrm>
              <a:off x="2003047" y="2239399"/>
              <a:ext cx="408047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25" name="TextovéPole 24">
              <a:extLst>
                <a:ext uri="{FF2B5EF4-FFF2-40B4-BE49-F238E27FC236}">
                  <a16:creationId xmlns:a16="http://schemas.microsoft.com/office/drawing/2014/main" id="{C4DF6206-4B52-C84A-743F-B1136A1B6ADD}"/>
                </a:ext>
              </a:extLst>
            </p:cNvPr>
            <p:cNvSpPr txBox="1"/>
            <p:nvPr/>
          </p:nvSpPr>
          <p:spPr>
            <a:xfrm>
              <a:off x="808272" y="2494208"/>
              <a:ext cx="64900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4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https://github.com/28bc23/EvolutionSandbox</a:t>
              </a:r>
            </a:p>
          </p:txBody>
        </p:sp>
      </p:grp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8BC081FA-AA5B-F5C6-246C-A78EFA34557C}"/>
              </a:ext>
            </a:extLst>
          </p:cNvPr>
          <p:cNvGrpSpPr/>
          <p:nvPr/>
        </p:nvGrpSpPr>
        <p:grpSpPr>
          <a:xfrm>
            <a:off x="3629429" y="-3600000"/>
            <a:ext cx="4933135" cy="1053295"/>
            <a:chOff x="2850987" y="73030"/>
            <a:chExt cx="6490020" cy="1668458"/>
          </a:xfrm>
        </p:grpSpPr>
        <p:sp>
          <p:nvSpPr>
            <p:cNvPr id="26" name="Obdélník: se zakulacenými rohy 25">
              <a:extLst>
                <a:ext uri="{FF2B5EF4-FFF2-40B4-BE49-F238E27FC236}">
                  <a16:creationId xmlns:a16="http://schemas.microsoft.com/office/drawing/2014/main" id="{462B81D4-3785-1AD3-5B02-C6DD344E7C80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TextovéPole 26">
              <a:extLst>
                <a:ext uri="{FF2B5EF4-FFF2-40B4-BE49-F238E27FC236}">
                  <a16:creationId xmlns:a16="http://schemas.microsoft.com/office/drawing/2014/main" id="{E6BF462B-96AC-A736-49BA-9587C2B19DA6}"/>
                </a:ext>
              </a:extLst>
            </p:cNvPr>
            <p:cNvSpPr txBox="1"/>
            <p:nvPr/>
          </p:nvSpPr>
          <p:spPr>
            <a:xfrm>
              <a:off x="2850987" y="73030"/>
              <a:ext cx="64900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Game </a:t>
              </a:r>
              <a:r>
                <a:rPr lang="cs-CZ" sz="7200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loop</a:t>
              </a:r>
              <a:endParaRPr lang="cs-CZ" sz="7200" dirty="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grpSp>
        <p:nvGrpSpPr>
          <p:cNvPr id="28" name="Skupina 27">
            <a:extLst>
              <a:ext uri="{FF2B5EF4-FFF2-40B4-BE49-F238E27FC236}">
                <a16:creationId xmlns:a16="http://schemas.microsoft.com/office/drawing/2014/main" id="{F67D41FA-0CB8-3516-EA1B-3CCB78F118B1}"/>
              </a:ext>
            </a:extLst>
          </p:cNvPr>
          <p:cNvGrpSpPr/>
          <p:nvPr/>
        </p:nvGrpSpPr>
        <p:grpSpPr>
          <a:xfrm>
            <a:off x="806608" y="12600000"/>
            <a:ext cx="10577116" cy="5405543"/>
            <a:chOff x="806608" y="1292460"/>
            <a:chExt cx="10577116" cy="5405543"/>
          </a:xfrm>
        </p:grpSpPr>
        <p:sp>
          <p:nvSpPr>
            <p:cNvPr id="29" name="Obdélník: se zakulacenými rohy 55">
              <a:extLst>
                <a:ext uri="{FF2B5EF4-FFF2-40B4-BE49-F238E27FC236}">
                  <a16:creationId xmlns:a16="http://schemas.microsoft.com/office/drawing/2014/main" id="{57BAAFE4-6C6C-A42D-8F64-531542F72B73}"/>
                </a:ext>
              </a:extLst>
            </p:cNvPr>
            <p:cNvSpPr/>
            <p:nvPr/>
          </p:nvSpPr>
          <p:spPr>
            <a:xfrm>
              <a:off x="806608" y="1292460"/>
              <a:ext cx="10577116" cy="5405543"/>
            </a:xfrm>
            <a:custGeom>
              <a:avLst/>
              <a:gdLst>
                <a:gd name="csX0" fmla="*/ 0 w 8514082"/>
                <a:gd name="csY0" fmla="*/ 783184 h 4699008"/>
                <a:gd name="csX1" fmla="*/ 783184 w 8514082"/>
                <a:gd name="csY1" fmla="*/ 0 h 4699008"/>
                <a:gd name="csX2" fmla="*/ 7730898 w 8514082"/>
                <a:gd name="csY2" fmla="*/ 0 h 4699008"/>
                <a:gd name="csX3" fmla="*/ 8514082 w 8514082"/>
                <a:gd name="csY3" fmla="*/ 783184 h 4699008"/>
                <a:gd name="csX4" fmla="*/ 8514082 w 8514082"/>
                <a:gd name="csY4" fmla="*/ 3915824 h 4699008"/>
                <a:gd name="csX5" fmla="*/ 7730898 w 8514082"/>
                <a:gd name="csY5" fmla="*/ 4699008 h 4699008"/>
                <a:gd name="csX6" fmla="*/ 783184 w 8514082"/>
                <a:gd name="csY6" fmla="*/ 4699008 h 4699008"/>
                <a:gd name="csX7" fmla="*/ 0 w 8514082"/>
                <a:gd name="csY7" fmla="*/ 3915824 h 4699008"/>
                <a:gd name="csX8" fmla="*/ 0 w 8514082"/>
                <a:gd name="csY8" fmla="*/ 783184 h 4699008"/>
                <a:gd name="csX0" fmla="*/ 10160 w 8514082"/>
                <a:gd name="csY0" fmla="*/ 337593 h 4710617"/>
                <a:gd name="csX1" fmla="*/ 783184 w 8514082"/>
                <a:gd name="csY1" fmla="*/ 11609 h 4710617"/>
                <a:gd name="csX2" fmla="*/ 7730898 w 8514082"/>
                <a:gd name="csY2" fmla="*/ 11609 h 4710617"/>
                <a:gd name="csX3" fmla="*/ 8514082 w 8514082"/>
                <a:gd name="csY3" fmla="*/ 794793 h 4710617"/>
                <a:gd name="csX4" fmla="*/ 8514082 w 8514082"/>
                <a:gd name="csY4" fmla="*/ 3927433 h 4710617"/>
                <a:gd name="csX5" fmla="*/ 7730898 w 8514082"/>
                <a:gd name="csY5" fmla="*/ 4710617 h 4710617"/>
                <a:gd name="csX6" fmla="*/ 783184 w 8514082"/>
                <a:gd name="csY6" fmla="*/ 4710617 h 4710617"/>
                <a:gd name="csX7" fmla="*/ 0 w 8514082"/>
                <a:gd name="csY7" fmla="*/ 3927433 h 4710617"/>
                <a:gd name="csX8" fmla="*/ 10160 w 8514082"/>
                <a:gd name="csY8" fmla="*/ 337593 h 4710617"/>
                <a:gd name="csX0" fmla="*/ 10160 w 8524242"/>
                <a:gd name="csY0" fmla="*/ 343329 h 4716353"/>
                <a:gd name="csX1" fmla="*/ 783184 w 8524242"/>
                <a:gd name="csY1" fmla="*/ 17345 h 4716353"/>
                <a:gd name="csX2" fmla="*/ 7730898 w 8524242"/>
                <a:gd name="csY2" fmla="*/ 17345 h 4716353"/>
                <a:gd name="csX3" fmla="*/ 8524242 w 8524242"/>
                <a:gd name="csY3" fmla="*/ 323009 h 4716353"/>
                <a:gd name="csX4" fmla="*/ 8514082 w 8524242"/>
                <a:gd name="csY4" fmla="*/ 3933169 h 4716353"/>
                <a:gd name="csX5" fmla="*/ 7730898 w 8524242"/>
                <a:gd name="csY5" fmla="*/ 4716353 h 4716353"/>
                <a:gd name="csX6" fmla="*/ 783184 w 8524242"/>
                <a:gd name="csY6" fmla="*/ 4716353 h 4716353"/>
                <a:gd name="csX7" fmla="*/ 0 w 8524242"/>
                <a:gd name="csY7" fmla="*/ 3933169 h 4716353"/>
                <a:gd name="csX8" fmla="*/ 10160 w 8524242"/>
                <a:gd name="csY8" fmla="*/ 343329 h 4716353"/>
                <a:gd name="csX0" fmla="*/ 10160 w 8524242"/>
                <a:gd name="csY0" fmla="*/ 337594 h 4710618"/>
                <a:gd name="csX1" fmla="*/ 783184 w 8524242"/>
                <a:gd name="csY1" fmla="*/ 11610 h 4710618"/>
                <a:gd name="csX2" fmla="*/ 7964578 w 8524242"/>
                <a:gd name="csY2" fmla="*/ 21770 h 4710618"/>
                <a:gd name="csX3" fmla="*/ 8524242 w 8524242"/>
                <a:gd name="csY3" fmla="*/ 317274 h 4710618"/>
                <a:gd name="csX4" fmla="*/ 8514082 w 8524242"/>
                <a:gd name="csY4" fmla="*/ 3927434 h 4710618"/>
                <a:gd name="csX5" fmla="*/ 7730898 w 8524242"/>
                <a:gd name="csY5" fmla="*/ 4710618 h 4710618"/>
                <a:gd name="csX6" fmla="*/ 783184 w 8524242"/>
                <a:gd name="csY6" fmla="*/ 4710618 h 4710618"/>
                <a:gd name="csX7" fmla="*/ 0 w 8524242"/>
                <a:gd name="csY7" fmla="*/ 3927434 h 4710618"/>
                <a:gd name="csX8" fmla="*/ 10160 w 8524242"/>
                <a:gd name="csY8" fmla="*/ 337594 h 4710618"/>
                <a:gd name="csX0" fmla="*/ 10160 w 8524242"/>
                <a:gd name="csY0" fmla="*/ 337594 h 4710618"/>
                <a:gd name="csX1" fmla="*/ 783184 w 8524242"/>
                <a:gd name="csY1" fmla="*/ 11610 h 4710618"/>
                <a:gd name="csX2" fmla="*/ 7964578 w 8524242"/>
                <a:gd name="csY2" fmla="*/ 21770 h 4710618"/>
                <a:gd name="csX3" fmla="*/ 8524242 w 8524242"/>
                <a:gd name="csY3" fmla="*/ 408714 h 4710618"/>
                <a:gd name="csX4" fmla="*/ 8514082 w 8524242"/>
                <a:gd name="csY4" fmla="*/ 3927434 h 4710618"/>
                <a:gd name="csX5" fmla="*/ 7730898 w 8524242"/>
                <a:gd name="csY5" fmla="*/ 4710618 h 4710618"/>
                <a:gd name="csX6" fmla="*/ 783184 w 8524242"/>
                <a:gd name="csY6" fmla="*/ 4710618 h 4710618"/>
                <a:gd name="csX7" fmla="*/ 0 w 8524242"/>
                <a:gd name="csY7" fmla="*/ 3927434 h 4710618"/>
                <a:gd name="csX8" fmla="*/ 10160 w 8524242"/>
                <a:gd name="csY8" fmla="*/ 337594 h 4710618"/>
                <a:gd name="csX0" fmla="*/ 0 w 8514082"/>
                <a:gd name="csY0" fmla="*/ 337594 h 4715769"/>
                <a:gd name="csX1" fmla="*/ 773024 w 8514082"/>
                <a:gd name="csY1" fmla="*/ 11610 h 4715769"/>
                <a:gd name="csX2" fmla="*/ 7954418 w 8514082"/>
                <a:gd name="csY2" fmla="*/ 21770 h 4715769"/>
                <a:gd name="csX3" fmla="*/ 8514082 w 8514082"/>
                <a:gd name="csY3" fmla="*/ 408714 h 4715769"/>
                <a:gd name="csX4" fmla="*/ 8503922 w 8514082"/>
                <a:gd name="csY4" fmla="*/ 3927434 h 4715769"/>
                <a:gd name="csX5" fmla="*/ 7720738 w 8514082"/>
                <a:gd name="csY5" fmla="*/ 4710618 h 4715769"/>
                <a:gd name="csX6" fmla="*/ 773024 w 8514082"/>
                <a:gd name="csY6" fmla="*/ 4710618 h 4715769"/>
                <a:gd name="csX7" fmla="*/ 0 w 8514082"/>
                <a:gd name="csY7" fmla="*/ 4354154 h 4715769"/>
                <a:gd name="csX8" fmla="*/ 0 w 8514082"/>
                <a:gd name="csY8" fmla="*/ 337594 h 4715769"/>
                <a:gd name="csX0" fmla="*/ 0 w 8514082"/>
                <a:gd name="csY0" fmla="*/ 337594 h 4715769"/>
                <a:gd name="csX1" fmla="*/ 773024 w 8514082"/>
                <a:gd name="csY1" fmla="*/ 11610 h 4715769"/>
                <a:gd name="csX2" fmla="*/ 7954418 w 8514082"/>
                <a:gd name="csY2" fmla="*/ 21770 h 4715769"/>
                <a:gd name="csX3" fmla="*/ 8514082 w 8514082"/>
                <a:gd name="csY3" fmla="*/ 408714 h 4715769"/>
                <a:gd name="csX4" fmla="*/ 8503922 w 8514082"/>
                <a:gd name="csY4" fmla="*/ 3927434 h 4715769"/>
                <a:gd name="csX5" fmla="*/ 7720738 w 8514082"/>
                <a:gd name="csY5" fmla="*/ 4710618 h 4715769"/>
                <a:gd name="csX6" fmla="*/ 579984 w 8514082"/>
                <a:gd name="csY6" fmla="*/ 4710618 h 4715769"/>
                <a:gd name="csX7" fmla="*/ 0 w 8514082"/>
                <a:gd name="csY7" fmla="*/ 4354154 h 4715769"/>
                <a:gd name="csX8" fmla="*/ 0 w 8514082"/>
                <a:gd name="csY8" fmla="*/ 337594 h 4715769"/>
                <a:gd name="csX0" fmla="*/ 0 w 8514082"/>
                <a:gd name="csY0" fmla="*/ 337594 h 4717626"/>
                <a:gd name="csX1" fmla="*/ 773024 w 8514082"/>
                <a:gd name="csY1" fmla="*/ 11610 h 4717626"/>
                <a:gd name="csX2" fmla="*/ 7954418 w 8514082"/>
                <a:gd name="csY2" fmla="*/ 21770 h 4717626"/>
                <a:gd name="csX3" fmla="*/ 8514082 w 8514082"/>
                <a:gd name="csY3" fmla="*/ 408714 h 4717626"/>
                <a:gd name="csX4" fmla="*/ 8473442 w 8514082"/>
                <a:gd name="csY4" fmla="*/ 4364314 h 4717626"/>
                <a:gd name="csX5" fmla="*/ 7720738 w 8514082"/>
                <a:gd name="csY5" fmla="*/ 4710618 h 4717626"/>
                <a:gd name="csX6" fmla="*/ 579984 w 8514082"/>
                <a:gd name="csY6" fmla="*/ 4710618 h 4717626"/>
                <a:gd name="csX7" fmla="*/ 0 w 8514082"/>
                <a:gd name="csY7" fmla="*/ 4354154 h 4717626"/>
                <a:gd name="csX8" fmla="*/ 0 w 8514082"/>
                <a:gd name="csY8" fmla="*/ 337594 h 4717626"/>
                <a:gd name="csX0" fmla="*/ 0 w 8514082"/>
                <a:gd name="csY0" fmla="*/ 337594 h 4725929"/>
                <a:gd name="csX1" fmla="*/ 773024 w 8514082"/>
                <a:gd name="csY1" fmla="*/ 11610 h 4725929"/>
                <a:gd name="csX2" fmla="*/ 7954418 w 8514082"/>
                <a:gd name="csY2" fmla="*/ 21770 h 4725929"/>
                <a:gd name="csX3" fmla="*/ 8514082 w 8514082"/>
                <a:gd name="csY3" fmla="*/ 408714 h 4725929"/>
                <a:gd name="csX4" fmla="*/ 8473442 w 8514082"/>
                <a:gd name="csY4" fmla="*/ 4364314 h 4725929"/>
                <a:gd name="csX5" fmla="*/ 7954418 w 8514082"/>
                <a:gd name="csY5" fmla="*/ 4720778 h 4725929"/>
                <a:gd name="csX6" fmla="*/ 579984 w 8514082"/>
                <a:gd name="csY6" fmla="*/ 4710618 h 4725929"/>
                <a:gd name="csX7" fmla="*/ 0 w 8514082"/>
                <a:gd name="csY7" fmla="*/ 4354154 h 4725929"/>
                <a:gd name="csX8" fmla="*/ 0 w 8514082"/>
                <a:gd name="csY8" fmla="*/ 337594 h 4725929"/>
                <a:gd name="csX0" fmla="*/ 0 w 8514082"/>
                <a:gd name="csY0" fmla="*/ 337594 h 4720842"/>
                <a:gd name="csX1" fmla="*/ 773024 w 8514082"/>
                <a:gd name="csY1" fmla="*/ 11610 h 4720842"/>
                <a:gd name="csX2" fmla="*/ 7954418 w 8514082"/>
                <a:gd name="csY2" fmla="*/ 21770 h 4720842"/>
                <a:gd name="csX3" fmla="*/ 8514082 w 8514082"/>
                <a:gd name="csY3" fmla="*/ 408714 h 4720842"/>
                <a:gd name="csX4" fmla="*/ 8473442 w 8514082"/>
                <a:gd name="csY4" fmla="*/ 4303354 h 4720842"/>
                <a:gd name="csX5" fmla="*/ 7954418 w 8514082"/>
                <a:gd name="csY5" fmla="*/ 4720778 h 4720842"/>
                <a:gd name="csX6" fmla="*/ 579984 w 8514082"/>
                <a:gd name="csY6" fmla="*/ 4710618 h 4720842"/>
                <a:gd name="csX7" fmla="*/ 0 w 8514082"/>
                <a:gd name="csY7" fmla="*/ 4354154 h 4720842"/>
                <a:gd name="csX8" fmla="*/ 0 w 8514082"/>
                <a:gd name="csY8" fmla="*/ 337594 h 4720842"/>
                <a:gd name="csX0" fmla="*/ 0 w 8483602"/>
                <a:gd name="csY0" fmla="*/ 337594 h 4720842"/>
                <a:gd name="csX1" fmla="*/ 773024 w 8483602"/>
                <a:gd name="csY1" fmla="*/ 11610 h 4720842"/>
                <a:gd name="csX2" fmla="*/ 7954418 w 8483602"/>
                <a:gd name="csY2" fmla="*/ 21770 h 4720842"/>
                <a:gd name="csX3" fmla="*/ 8483602 w 8483602"/>
                <a:gd name="csY3" fmla="*/ 408714 h 4720842"/>
                <a:gd name="csX4" fmla="*/ 8473442 w 8483602"/>
                <a:gd name="csY4" fmla="*/ 4303354 h 4720842"/>
                <a:gd name="csX5" fmla="*/ 7954418 w 8483602"/>
                <a:gd name="csY5" fmla="*/ 4720778 h 4720842"/>
                <a:gd name="csX6" fmla="*/ 579984 w 8483602"/>
                <a:gd name="csY6" fmla="*/ 4710618 h 4720842"/>
                <a:gd name="csX7" fmla="*/ 0 w 8483602"/>
                <a:gd name="csY7" fmla="*/ 4354154 h 4720842"/>
                <a:gd name="csX8" fmla="*/ 0 w 8483602"/>
                <a:gd name="csY8" fmla="*/ 337594 h 4720842"/>
                <a:gd name="csX0" fmla="*/ 0 w 8483602"/>
                <a:gd name="csY0" fmla="*/ 337594 h 4720842"/>
                <a:gd name="csX1" fmla="*/ 773024 w 8483602"/>
                <a:gd name="csY1" fmla="*/ 11610 h 4720842"/>
                <a:gd name="csX2" fmla="*/ 7954418 w 8483602"/>
                <a:gd name="csY2" fmla="*/ 21770 h 4720842"/>
                <a:gd name="csX3" fmla="*/ 8483602 w 8483602"/>
                <a:gd name="csY3" fmla="*/ 429034 h 4720842"/>
                <a:gd name="csX4" fmla="*/ 8473442 w 8483602"/>
                <a:gd name="csY4" fmla="*/ 4303354 h 4720842"/>
                <a:gd name="csX5" fmla="*/ 7954418 w 8483602"/>
                <a:gd name="csY5" fmla="*/ 4720778 h 4720842"/>
                <a:gd name="csX6" fmla="*/ 579984 w 8483602"/>
                <a:gd name="csY6" fmla="*/ 4710618 h 4720842"/>
                <a:gd name="csX7" fmla="*/ 0 w 8483602"/>
                <a:gd name="csY7" fmla="*/ 4354154 h 4720842"/>
                <a:gd name="csX8" fmla="*/ 0 w 8483602"/>
                <a:gd name="csY8" fmla="*/ 337594 h 4720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483602" h="4720842">
                  <a:moveTo>
                    <a:pt x="0" y="337594"/>
                  </a:moveTo>
                  <a:cubicBezTo>
                    <a:pt x="0" y="-94947"/>
                    <a:pt x="340483" y="11610"/>
                    <a:pt x="773024" y="11610"/>
                  </a:cubicBezTo>
                  <a:lnTo>
                    <a:pt x="7954418" y="21770"/>
                  </a:lnTo>
                  <a:cubicBezTo>
                    <a:pt x="8386959" y="21770"/>
                    <a:pt x="8483602" y="-3507"/>
                    <a:pt x="8483602" y="429034"/>
                  </a:cubicBezTo>
                  <a:cubicBezTo>
                    <a:pt x="8480215" y="1632421"/>
                    <a:pt x="8476829" y="3099967"/>
                    <a:pt x="8473442" y="4303354"/>
                  </a:cubicBezTo>
                  <a:cubicBezTo>
                    <a:pt x="8473442" y="4735895"/>
                    <a:pt x="8386959" y="4720778"/>
                    <a:pt x="7954418" y="4720778"/>
                  </a:cubicBezTo>
                  <a:lnTo>
                    <a:pt x="579984" y="4710618"/>
                  </a:lnTo>
                  <a:cubicBezTo>
                    <a:pt x="147443" y="4710618"/>
                    <a:pt x="0" y="4786695"/>
                    <a:pt x="0" y="4354154"/>
                  </a:cubicBezTo>
                  <a:lnTo>
                    <a:pt x="0" y="337594"/>
                  </a:ln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pic>
          <p:nvPicPr>
            <p:cNvPr id="30" name="Obrázek 29">
              <a:extLst>
                <a:ext uri="{FF2B5EF4-FFF2-40B4-BE49-F238E27FC236}">
                  <a16:creationId xmlns:a16="http://schemas.microsoft.com/office/drawing/2014/main" id="{AD5D7BB9-F8DD-D172-71B3-6CB6FDA69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3485" y="1394639"/>
              <a:ext cx="10265030" cy="51972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17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705B7-7319-B06F-BFB5-93426085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0105BC-80E0-7E10-165C-7E4EF3D436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17453CD-F5C0-4B3C-1D2D-66586E3F8D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462F70A-694C-FA26-FD24-AB82BB151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3" name="Skupina 22">
            <a:extLst>
              <a:ext uri="{FF2B5EF4-FFF2-40B4-BE49-F238E27FC236}">
                <a16:creationId xmlns:a16="http://schemas.microsoft.com/office/drawing/2014/main" id="{24BF2DBB-00E0-FB61-DD5A-8D50EAF466BF}"/>
              </a:ext>
            </a:extLst>
          </p:cNvPr>
          <p:cNvGrpSpPr/>
          <p:nvPr/>
        </p:nvGrpSpPr>
        <p:grpSpPr>
          <a:xfrm>
            <a:off x="808272" y="-5400000"/>
            <a:ext cx="10575452" cy="2479684"/>
            <a:chOff x="2850988" y="198438"/>
            <a:chExt cx="6490020" cy="2479684"/>
          </a:xfrm>
        </p:grpSpPr>
        <p:sp>
          <p:nvSpPr>
            <p:cNvPr id="24" name="Obdélník: se zakulacenými rohy 23">
              <a:extLst>
                <a:ext uri="{FF2B5EF4-FFF2-40B4-BE49-F238E27FC236}">
                  <a16:creationId xmlns:a16="http://schemas.microsoft.com/office/drawing/2014/main" id="{8EE3C3BF-C547-C64B-252A-2C6A64257BCD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TextovéPole 24">
              <a:extLst>
                <a:ext uri="{FF2B5EF4-FFF2-40B4-BE49-F238E27FC236}">
                  <a16:creationId xmlns:a16="http://schemas.microsoft.com/office/drawing/2014/main" id="{30DB4B10-1B3D-EB1E-A5FF-3BEF4A4F2FB2}"/>
                </a:ext>
              </a:extLst>
            </p:cNvPr>
            <p:cNvSpPr txBox="1"/>
            <p:nvPr/>
          </p:nvSpPr>
          <p:spPr>
            <a:xfrm>
              <a:off x="2850988" y="369798"/>
              <a:ext cx="649002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Rozšíření do budoucna</a:t>
              </a:r>
            </a:p>
          </p:txBody>
        </p:sp>
      </p:grpSp>
      <p:grpSp>
        <p:nvGrpSpPr>
          <p:cNvPr id="26" name="Skupina 25">
            <a:extLst>
              <a:ext uri="{FF2B5EF4-FFF2-40B4-BE49-F238E27FC236}">
                <a16:creationId xmlns:a16="http://schemas.microsoft.com/office/drawing/2014/main" id="{641C5024-B360-06E3-581A-A1D35877AB92}"/>
              </a:ext>
            </a:extLst>
          </p:cNvPr>
          <p:cNvGrpSpPr/>
          <p:nvPr/>
        </p:nvGrpSpPr>
        <p:grpSpPr>
          <a:xfrm>
            <a:off x="-12600000" y="2576287"/>
            <a:ext cx="6490020" cy="913764"/>
            <a:chOff x="808272" y="2239399"/>
            <a:chExt cx="6490020" cy="913764"/>
          </a:xfrm>
        </p:grpSpPr>
        <p:sp>
          <p:nvSpPr>
            <p:cNvPr id="27" name="Obdélník: se zakulacenými rohy 26">
              <a:extLst>
                <a:ext uri="{FF2B5EF4-FFF2-40B4-BE49-F238E27FC236}">
                  <a16:creationId xmlns:a16="http://schemas.microsoft.com/office/drawing/2014/main" id="{5E244B84-2565-BAFB-FA2D-49F563C1EFCF}"/>
                </a:ext>
              </a:extLst>
            </p:cNvPr>
            <p:cNvSpPr/>
            <p:nvPr/>
          </p:nvSpPr>
          <p:spPr>
            <a:xfrm>
              <a:off x="808272" y="2239399"/>
              <a:ext cx="649002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28" name="TextovéPole 27">
              <a:extLst>
                <a:ext uri="{FF2B5EF4-FFF2-40B4-BE49-F238E27FC236}">
                  <a16:creationId xmlns:a16="http://schemas.microsoft.com/office/drawing/2014/main" id="{7F62A947-0D8B-B53B-8A80-B37A9E7CDA50}"/>
                </a:ext>
              </a:extLst>
            </p:cNvPr>
            <p:cNvSpPr txBox="1"/>
            <p:nvPr/>
          </p:nvSpPr>
          <p:spPr>
            <a:xfrm>
              <a:off x="808272" y="237311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Agresivní interakce mezi agenty</a:t>
              </a:r>
            </a:p>
          </p:txBody>
        </p:sp>
      </p:grpSp>
      <p:grpSp>
        <p:nvGrpSpPr>
          <p:cNvPr id="29" name="Skupina 28">
            <a:extLst>
              <a:ext uri="{FF2B5EF4-FFF2-40B4-BE49-F238E27FC236}">
                <a16:creationId xmlns:a16="http://schemas.microsoft.com/office/drawing/2014/main" id="{983A998E-E251-79F5-E5F6-9DD3E77379B8}"/>
              </a:ext>
            </a:extLst>
          </p:cNvPr>
          <p:cNvGrpSpPr/>
          <p:nvPr/>
        </p:nvGrpSpPr>
        <p:grpSpPr>
          <a:xfrm>
            <a:off x="23400000" y="3913417"/>
            <a:ext cx="6490020" cy="913764"/>
            <a:chOff x="808272" y="2239399"/>
            <a:chExt cx="6490020" cy="913764"/>
          </a:xfrm>
        </p:grpSpPr>
        <p:sp>
          <p:nvSpPr>
            <p:cNvPr id="30" name="Obdélník: se zakulacenými rohy 29">
              <a:extLst>
                <a:ext uri="{FF2B5EF4-FFF2-40B4-BE49-F238E27FC236}">
                  <a16:creationId xmlns:a16="http://schemas.microsoft.com/office/drawing/2014/main" id="{764FA2E0-A569-7569-A13B-6B8C25C83883}"/>
                </a:ext>
              </a:extLst>
            </p:cNvPr>
            <p:cNvSpPr/>
            <p:nvPr/>
          </p:nvSpPr>
          <p:spPr>
            <a:xfrm>
              <a:off x="1630124" y="2239399"/>
              <a:ext cx="486156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31" name="TextovéPole 30">
              <a:extLst>
                <a:ext uri="{FF2B5EF4-FFF2-40B4-BE49-F238E27FC236}">
                  <a16:creationId xmlns:a16="http://schemas.microsoft.com/office/drawing/2014/main" id="{C31C67B2-4600-E9C0-A15A-E6B28A4E4F68}"/>
                </a:ext>
              </a:extLst>
            </p:cNvPr>
            <p:cNvSpPr txBox="1"/>
            <p:nvPr/>
          </p:nvSpPr>
          <p:spPr>
            <a:xfrm>
              <a:off x="808272" y="237311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Rozmanitější prostředí</a:t>
              </a:r>
            </a:p>
          </p:txBody>
        </p:sp>
      </p:grpSp>
      <p:grpSp>
        <p:nvGrpSpPr>
          <p:cNvPr id="32" name="Skupina 31">
            <a:extLst>
              <a:ext uri="{FF2B5EF4-FFF2-40B4-BE49-F238E27FC236}">
                <a16:creationId xmlns:a16="http://schemas.microsoft.com/office/drawing/2014/main" id="{4F476274-1431-E253-3D61-B2218E4E191E}"/>
              </a:ext>
            </a:extLst>
          </p:cNvPr>
          <p:cNvGrpSpPr/>
          <p:nvPr/>
        </p:nvGrpSpPr>
        <p:grpSpPr>
          <a:xfrm>
            <a:off x="-16200000" y="5342078"/>
            <a:ext cx="6490020" cy="913764"/>
            <a:chOff x="808272" y="2239399"/>
            <a:chExt cx="6490020" cy="913764"/>
          </a:xfrm>
        </p:grpSpPr>
        <p:sp>
          <p:nvSpPr>
            <p:cNvPr id="33" name="Obdélník: se zakulacenými rohy 32">
              <a:extLst>
                <a:ext uri="{FF2B5EF4-FFF2-40B4-BE49-F238E27FC236}">
                  <a16:creationId xmlns:a16="http://schemas.microsoft.com/office/drawing/2014/main" id="{A127C27E-AC49-1703-2FF1-1490EE58212D}"/>
                </a:ext>
              </a:extLst>
            </p:cNvPr>
            <p:cNvSpPr/>
            <p:nvPr/>
          </p:nvSpPr>
          <p:spPr>
            <a:xfrm>
              <a:off x="808272" y="2239399"/>
              <a:ext cx="649002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34" name="TextovéPole 33">
              <a:extLst>
                <a:ext uri="{FF2B5EF4-FFF2-40B4-BE49-F238E27FC236}">
                  <a16:creationId xmlns:a16="http://schemas.microsoft.com/office/drawing/2014/main" id="{3467E43B-55A1-66D2-96D8-C5B92357DE3F}"/>
                </a:ext>
              </a:extLst>
            </p:cNvPr>
            <p:cNvSpPr txBox="1"/>
            <p:nvPr/>
          </p:nvSpPr>
          <p:spPr>
            <a:xfrm>
              <a:off x="808272" y="2373116"/>
              <a:ext cx="6490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Křížení (</a:t>
              </a:r>
              <a:r>
                <a:rPr lang="cs-CZ" sz="3600" dirty="0" err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Crossbreeding</a:t>
              </a:r>
              <a:r>
                <a:rPr lang="cs-CZ" sz="36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) agentů</a:t>
              </a:r>
            </a:p>
          </p:txBody>
        </p:sp>
      </p:grpSp>
      <p:grpSp>
        <p:nvGrpSpPr>
          <p:cNvPr id="35" name="Skupina 34">
            <a:extLst>
              <a:ext uri="{FF2B5EF4-FFF2-40B4-BE49-F238E27FC236}">
                <a16:creationId xmlns:a16="http://schemas.microsoft.com/office/drawing/2014/main" id="{DA57C49A-9E77-ED44-1B48-121D815ECDF0}"/>
              </a:ext>
            </a:extLst>
          </p:cNvPr>
          <p:cNvGrpSpPr/>
          <p:nvPr/>
        </p:nvGrpSpPr>
        <p:grpSpPr>
          <a:xfrm>
            <a:off x="3977914" y="2261644"/>
            <a:ext cx="4236168" cy="1543050"/>
            <a:chOff x="2850988" y="198438"/>
            <a:chExt cx="6490020" cy="1543050"/>
          </a:xfrm>
        </p:grpSpPr>
        <p:sp>
          <p:nvSpPr>
            <p:cNvPr id="36" name="Obdélník: se zakulacenými rohy 35">
              <a:extLst>
                <a:ext uri="{FF2B5EF4-FFF2-40B4-BE49-F238E27FC236}">
                  <a16:creationId xmlns:a16="http://schemas.microsoft.com/office/drawing/2014/main" id="{60DA965A-FE48-F12A-4FEF-DB1BF841C110}"/>
                </a:ext>
              </a:extLst>
            </p:cNvPr>
            <p:cNvSpPr/>
            <p:nvPr/>
          </p:nvSpPr>
          <p:spPr>
            <a:xfrm>
              <a:off x="2986086" y="198438"/>
              <a:ext cx="6219825" cy="1543050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TextovéPole 36">
              <a:extLst>
                <a:ext uri="{FF2B5EF4-FFF2-40B4-BE49-F238E27FC236}">
                  <a16:creationId xmlns:a16="http://schemas.microsoft.com/office/drawing/2014/main" id="{91A03CCB-6BE2-9397-D2FA-4C059E314CED}"/>
                </a:ext>
              </a:extLst>
            </p:cNvPr>
            <p:cNvSpPr txBox="1"/>
            <p:nvPr/>
          </p:nvSpPr>
          <p:spPr>
            <a:xfrm>
              <a:off x="2850988" y="369798"/>
              <a:ext cx="64900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72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Dotazy?</a:t>
              </a:r>
            </a:p>
          </p:txBody>
        </p:sp>
      </p:grpSp>
      <p:grpSp>
        <p:nvGrpSpPr>
          <p:cNvPr id="38" name="Skupina 37">
            <a:extLst>
              <a:ext uri="{FF2B5EF4-FFF2-40B4-BE49-F238E27FC236}">
                <a16:creationId xmlns:a16="http://schemas.microsoft.com/office/drawing/2014/main" id="{159228CA-31BA-53B5-5BD2-3B4C1AF2AB6B}"/>
              </a:ext>
            </a:extLst>
          </p:cNvPr>
          <p:cNvGrpSpPr/>
          <p:nvPr/>
        </p:nvGrpSpPr>
        <p:grpSpPr>
          <a:xfrm>
            <a:off x="1151172" y="4276951"/>
            <a:ext cx="9889652" cy="913764"/>
            <a:chOff x="808272" y="2239399"/>
            <a:chExt cx="6490020" cy="913764"/>
          </a:xfrm>
        </p:grpSpPr>
        <p:sp>
          <p:nvSpPr>
            <p:cNvPr id="39" name="Obdélník: se zakulacenými rohy 38">
              <a:extLst>
                <a:ext uri="{FF2B5EF4-FFF2-40B4-BE49-F238E27FC236}">
                  <a16:creationId xmlns:a16="http://schemas.microsoft.com/office/drawing/2014/main" id="{632B2B82-56EA-C4CD-8EEA-6D9533FCD584}"/>
                </a:ext>
              </a:extLst>
            </p:cNvPr>
            <p:cNvSpPr/>
            <p:nvPr/>
          </p:nvSpPr>
          <p:spPr>
            <a:xfrm>
              <a:off x="2003047" y="2239399"/>
              <a:ext cx="4080470" cy="913764"/>
            </a:xfrm>
            <a:prstGeom prst="roundRect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40" name="TextovéPole 39">
              <a:extLst>
                <a:ext uri="{FF2B5EF4-FFF2-40B4-BE49-F238E27FC236}">
                  <a16:creationId xmlns:a16="http://schemas.microsoft.com/office/drawing/2014/main" id="{D9BF1C6E-8208-05BC-D7F7-B5A4822421AF}"/>
                </a:ext>
              </a:extLst>
            </p:cNvPr>
            <p:cNvSpPr txBox="1"/>
            <p:nvPr/>
          </p:nvSpPr>
          <p:spPr>
            <a:xfrm>
              <a:off x="808272" y="2494208"/>
              <a:ext cx="64900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2400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https://github.com/28bc23/EvolutionSandbox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8637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968</Words>
  <Application>Microsoft Office PowerPoint</Application>
  <PresentationFormat>Širokoúhlá obrazovka</PresentationFormat>
  <Paragraphs>217</Paragraphs>
  <Slides>14</Slides>
  <Notes>14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Motiv Office</vt:lpstr>
      <vt:lpstr>p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 .</dc:creator>
  <cp:lastModifiedBy>. .</cp:lastModifiedBy>
  <cp:revision>1</cp:revision>
  <dcterms:created xsi:type="dcterms:W3CDTF">2026-05-09T11:20:50Z</dcterms:created>
  <dcterms:modified xsi:type="dcterms:W3CDTF">2026-05-10T19:05:37Z</dcterms:modified>
</cp:coreProperties>
</file>